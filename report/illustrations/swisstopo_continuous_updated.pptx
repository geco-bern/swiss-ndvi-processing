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0" r:id="rId1"/>
  </p:sldMasterIdLst>
  <p:notesMasterIdLst>
    <p:notesMasterId r:id="rId9"/>
  </p:notesMasterIdLst>
  <p:sldIdLst>
    <p:sldId id="265" r:id="rId2"/>
    <p:sldId id="267" r:id="rId3"/>
    <p:sldId id="268" r:id="rId4"/>
    <p:sldId id="270" r:id="rId5"/>
    <p:sldId id="269" r:id="rId6"/>
    <p:sldId id="273" r:id="rId7"/>
    <p:sldId id="272" r:id="rId8"/>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Fa Be" initials="" lastIdx="2" clrIdx="0"/>
  <p:cmAuthor id="1" name="Samantha Biegel" initials="" lastIdx="1" clrIdx="1"/>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4285F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036"/>
    <p:restoredTop sz="95932"/>
  </p:normalViewPr>
  <p:slideViewPr>
    <p:cSldViewPr snapToGrid="0">
      <p:cViewPr>
        <p:scale>
          <a:sx n="65" d="100"/>
          <a:sy n="65" d="100"/>
        </p:scale>
        <p:origin x="3520" y="824"/>
      </p:cViewPr>
      <p:guideLst>
        <p:guide orient="horz" pos="1620"/>
        <p:guide pos="2880"/>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g3d1cd404ab0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3" name="Google Shape;143;g3d1cd404ab0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g3d1cd404ab0_3_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7" name="Google Shape;167;g3d1cd404ab0_3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g3d1cd404ab0_3_3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8" name="Google Shape;178;g3d1cd404ab0_3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g3d2070a3131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5" name="Google Shape;225;g3d2070a3131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3d1cd404ab0_3_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0" name="Google Shape;200;g3d1cd404ab0_3_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a:extLst>
            <a:ext uri="{FF2B5EF4-FFF2-40B4-BE49-F238E27FC236}">
              <a16:creationId xmlns:a16="http://schemas.microsoft.com/office/drawing/2014/main" id="{081355BF-8CE8-336F-1DCE-8514A9C71B7C}"/>
            </a:ext>
          </a:extLst>
        </p:cNvPr>
        <p:cNvGrpSpPr/>
        <p:nvPr/>
      </p:nvGrpSpPr>
      <p:grpSpPr>
        <a:xfrm>
          <a:off x="0" y="0"/>
          <a:ext cx="0" cy="0"/>
          <a:chOff x="0" y="0"/>
          <a:chExt cx="0" cy="0"/>
        </a:xfrm>
      </p:grpSpPr>
      <p:sp>
        <p:nvSpPr>
          <p:cNvPr id="199" name="Google Shape;199;g3d1cd404ab0_3_70:notes">
            <a:extLst>
              <a:ext uri="{FF2B5EF4-FFF2-40B4-BE49-F238E27FC236}">
                <a16:creationId xmlns:a16="http://schemas.microsoft.com/office/drawing/2014/main" id="{CB239542-C7F7-924D-18C7-7E8FAF0BA5F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0" name="Google Shape;200;g3d1cd404ab0_3_70:notes">
            <a:extLst>
              <a:ext uri="{FF2B5EF4-FFF2-40B4-BE49-F238E27FC236}">
                <a16:creationId xmlns:a16="http://schemas.microsoft.com/office/drawing/2014/main" id="{9A92D1A2-3453-55BD-3706-72E89B86B36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370278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
        <p:cNvGrpSpPr/>
        <p:nvPr/>
      </p:nvGrpSpPr>
      <p:grpSpPr>
        <a:xfrm>
          <a:off x="0" y="0"/>
          <a:ext cx="0" cy="0"/>
          <a:chOff x="0" y="0"/>
          <a:chExt cx="0" cy="0"/>
        </a:xfrm>
      </p:grpSpPr>
      <p:sp>
        <p:nvSpPr>
          <p:cNvPr id="258" name="Google Shape;258;g3d1cd404ab0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9" name="Google Shape;259;g3d1cd404ab0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sz="1100"/>
            </a:lvl1pPr>
            <a:lvl2pPr lvl="1">
              <a:spcBef>
                <a:spcPts val="0"/>
              </a:spcBef>
              <a:spcAft>
                <a:spcPts val="0"/>
              </a:spcAft>
              <a:buSzPts val="1100"/>
              <a:buNone/>
              <a:defRPr sz="1100"/>
            </a:lvl2pPr>
            <a:lvl3pPr lvl="2">
              <a:spcBef>
                <a:spcPts val="0"/>
              </a:spcBef>
              <a:spcAft>
                <a:spcPts val="0"/>
              </a:spcAft>
              <a:buSzPts val="1100"/>
              <a:buNone/>
              <a:defRPr sz="1100"/>
            </a:lvl3pPr>
            <a:lvl4pPr lvl="3">
              <a:spcBef>
                <a:spcPts val="0"/>
              </a:spcBef>
              <a:spcAft>
                <a:spcPts val="0"/>
              </a:spcAft>
              <a:buSzPts val="1100"/>
              <a:buNone/>
              <a:defRPr sz="1100"/>
            </a:lvl4pPr>
            <a:lvl5pPr lvl="4">
              <a:spcBef>
                <a:spcPts val="0"/>
              </a:spcBef>
              <a:spcAft>
                <a:spcPts val="0"/>
              </a:spcAft>
              <a:buSzPts val="1100"/>
              <a:buNone/>
              <a:defRPr sz="1100"/>
            </a:lvl5pPr>
            <a:lvl6pPr lvl="5">
              <a:spcBef>
                <a:spcPts val="0"/>
              </a:spcBef>
              <a:spcAft>
                <a:spcPts val="0"/>
              </a:spcAft>
              <a:buSzPts val="1100"/>
              <a:buNone/>
              <a:defRPr sz="1100"/>
            </a:lvl6pPr>
            <a:lvl7pPr lvl="6">
              <a:spcBef>
                <a:spcPts val="0"/>
              </a:spcBef>
              <a:spcAft>
                <a:spcPts val="0"/>
              </a:spcAft>
              <a:buSzPts val="1100"/>
              <a:buNone/>
              <a:defRPr sz="1100"/>
            </a:lvl7pPr>
            <a:lvl8pPr lvl="7">
              <a:spcBef>
                <a:spcPts val="0"/>
              </a:spcBef>
              <a:spcAft>
                <a:spcPts val="0"/>
              </a:spcAft>
              <a:buSzPts val="1100"/>
              <a:buNone/>
              <a:defRPr sz="1100"/>
            </a:lvl8pPr>
            <a:lvl9pPr lvl="8">
              <a:spcBef>
                <a:spcPts val="0"/>
              </a:spcBef>
              <a:spcAft>
                <a:spcPts val="0"/>
              </a:spcAft>
              <a:buSzPts val="1100"/>
              <a:buNone/>
              <a:defRPr sz="1100"/>
            </a:lvl9pPr>
          </a:lstStyle>
          <a:p>
            <a:endParaRPr/>
          </a:p>
        </p:txBody>
      </p:sp>
      <p:sp>
        <p:nvSpPr>
          <p:cNvPr id="52" name="Google Shape;52;p13"/>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sz="1100"/>
            </a:lvl1pPr>
            <a:lvl2pPr marL="914400" lvl="1" indent="-317500" algn="l">
              <a:lnSpc>
                <a:spcPct val="90000"/>
              </a:lnSpc>
              <a:spcBef>
                <a:spcPts val="1200"/>
              </a:spcBef>
              <a:spcAft>
                <a:spcPts val="0"/>
              </a:spcAft>
              <a:buClr>
                <a:schemeClr val="dk1"/>
              </a:buClr>
              <a:buSzPts val="1400"/>
              <a:buChar char="○"/>
              <a:defRPr sz="1100"/>
            </a:lvl2pPr>
            <a:lvl3pPr marL="1371600" lvl="2" indent="-317500" algn="l">
              <a:lnSpc>
                <a:spcPct val="90000"/>
              </a:lnSpc>
              <a:spcBef>
                <a:spcPts val="1200"/>
              </a:spcBef>
              <a:spcAft>
                <a:spcPts val="0"/>
              </a:spcAft>
              <a:buClr>
                <a:schemeClr val="dk1"/>
              </a:buClr>
              <a:buSzPts val="1400"/>
              <a:buChar char="■"/>
              <a:defRPr sz="1100"/>
            </a:lvl3pPr>
            <a:lvl4pPr marL="1828800" lvl="3" indent="-317500" algn="l">
              <a:lnSpc>
                <a:spcPct val="90000"/>
              </a:lnSpc>
              <a:spcBef>
                <a:spcPts val="1200"/>
              </a:spcBef>
              <a:spcAft>
                <a:spcPts val="0"/>
              </a:spcAft>
              <a:buClr>
                <a:schemeClr val="dk1"/>
              </a:buClr>
              <a:buSzPts val="1400"/>
              <a:buChar char="●"/>
              <a:defRPr sz="1100"/>
            </a:lvl4pPr>
            <a:lvl5pPr marL="2286000" lvl="4" indent="-317500" algn="l">
              <a:lnSpc>
                <a:spcPct val="90000"/>
              </a:lnSpc>
              <a:spcBef>
                <a:spcPts val="1200"/>
              </a:spcBef>
              <a:spcAft>
                <a:spcPts val="0"/>
              </a:spcAft>
              <a:buClr>
                <a:schemeClr val="dk1"/>
              </a:buClr>
              <a:buSzPts val="1400"/>
              <a:buChar char="○"/>
              <a:defRPr sz="1100"/>
            </a:lvl5pPr>
            <a:lvl6pPr marL="2743200" lvl="5" indent="-317500" algn="l">
              <a:lnSpc>
                <a:spcPct val="90000"/>
              </a:lnSpc>
              <a:spcBef>
                <a:spcPts val="1200"/>
              </a:spcBef>
              <a:spcAft>
                <a:spcPts val="0"/>
              </a:spcAft>
              <a:buClr>
                <a:schemeClr val="dk1"/>
              </a:buClr>
              <a:buSzPts val="1400"/>
              <a:buChar char="■"/>
              <a:defRPr sz="1100"/>
            </a:lvl6pPr>
            <a:lvl7pPr marL="3200400" lvl="6" indent="-317500" algn="l">
              <a:lnSpc>
                <a:spcPct val="90000"/>
              </a:lnSpc>
              <a:spcBef>
                <a:spcPts val="1200"/>
              </a:spcBef>
              <a:spcAft>
                <a:spcPts val="0"/>
              </a:spcAft>
              <a:buClr>
                <a:schemeClr val="dk1"/>
              </a:buClr>
              <a:buSzPts val="1400"/>
              <a:buChar char="●"/>
              <a:defRPr sz="1100"/>
            </a:lvl7pPr>
            <a:lvl8pPr marL="3657600" lvl="7" indent="-317500" algn="l">
              <a:lnSpc>
                <a:spcPct val="90000"/>
              </a:lnSpc>
              <a:spcBef>
                <a:spcPts val="1200"/>
              </a:spcBef>
              <a:spcAft>
                <a:spcPts val="0"/>
              </a:spcAft>
              <a:buClr>
                <a:schemeClr val="dk1"/>
              </a:buClr>
              <a:buSzPts val="1400"/>
              <a:buChar char="○"/>
              <a:defRPr sz="1100"/>
            </a:lvl8pPr>
            <a:lvl9pPr marL="4114800" lvl="8" indent="-317500" algn="l">
              <a:lnSpc>
                <a:spcPct val="90000"/>
              </a:lnSpc>
              <a:spcBef>
                <a:spcPts val="1200"/>
              </a:spcBef>
              <a:spcAft>
                <a:spcPts val="1200"/>
              </a:spcAft>
              <a:buClr>
                <a:schemeClr val="dk1"/>
              </a:buClr>
              <a:buSzPts val="1400"/>
              <a:buChar char="■"/>
              <a:defRPr sz="1100"/>
            </a:lvl9pPr>
          </a:lstStyle>
          <a:p>
            <a:endParaRPr/>
          </a:p>
        </p:txBody>
      </p:sp>
      <p:sp>
        <p:nvSpPr>
          <p:cNvPr id="53" name="Google Shape;53;p1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sz="1100"/>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a:endParaRPr/>
          </a:p>
        </p:txBody>
      </p:sp>
      <p:sp>
        <p:nvSpPr>
          <p:cNvPr id="54" name="Google Shape;54;p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sz="1100"/>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a:endParaRPr/>
          </a:p>
        </p:txBody>
      </p:sp>
      <p:sp>
        <p:nvSpPr>
          <p:cNvPr id="55" name="Google Shape;55;p1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rmAutofit/>
          </a:bodyPr>
          <a:lstStyle>
            <a:lvl1pPr marL="0" lvl="0" indent="0" algn="r">
              <a:spcBef>
                <a:spcPts val="0"/>
              </a:spcBef>
              <a:buNone/>
              <a:defRPr sz="1100"/>
            </a:lvl1pPr>
            <a:lvl2pPr marL="0" lvl="1" indent="0" algn="r">
              <a:spcBef>
                <a:spcPts val="0"/>
              </a:spcBef>
              <a:buNone/>
              <a:defRPr sz="1100"/>
            </a:lvl2pPr>
            <a:lvl3pPr marL="0" lvl="2" indent="0" algn="r">
              <a:spcBef>
                <a:spcPts val="0"/>
              </a:spcBef>
              <a:buNone/>
              <a:defRPr sz="1100"/>
            </a:lvl3pPr>
            <a:lvl4pPr marL="0" lvl="3" indent="0" algn="r">
              <a:spcBef>
                <a:spcPts val="0"/>
              </a:spcBef>
              <a:buNone/>
              <a:defRPr sz="1100"/>
            </a:lvl4pPr>
            <a:lvl5pPr marL="0" lvl="4" indent="0" algn="r">
              <a:spcBef>
                <a:spcPts val="0"/>
              </a:spcBef>
              <a:buNone/>
              <a:defRPr sz="1100"/>
            </a:lvl5pPr>
            <a:lvl6pPr marL="0" lvl="5" indent="0" algn="r">
              <a:spcBef>
                <a:spcPts val="0"/>
              </a:spcBef>
              <a:buNone/>
              <a:defRPr sz="1100"/>
            </a:lvl6pPr>
            <a:lvl7pPr marL="0" lvl="6" indent="0" algn="r">
              <a:spcBef>
                <a:spcPts val="0"/>
              </a:spcBef>
              <a:buNone/>
              <a:defRPr sz="1100"/>
            </a:lvl7pPr>
            <a:lvl8pPr marL="0" lvl="7" indent="0" algn="r">
              <a:spcBef>
                <a:spcPts val="0"/>
              </a:spcBef>
              <a:buNone/>
              <a:defRPr sz="1100"/>
            </a:lvl8pPr>
            <a:lvl9pPr marL="0" lvl="8" indent="0" algn="r">
              <a:spcBef>
                <a:spcPts val="0"/>
              </a:spcBef>
              <a:buNone/>
              <a:defRPr sz="1100"/>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hyperlink" Target="https://www.swisstopo.admin.ch/en/satelliteimage-swisseo-s2-sr"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2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Method for cleaning and smoothing:</a:t>
            </a:r>
            <a:br>
              <a:rPr lang="en" dirty="0"/>
            </a:br>
            <a:r>
              <a:rPr lang="en" dirty="0"/>
              <a:t>- outlier detection</a:t>
            </a:r>
            <a:endParaRPr dirty="0"/>
          </a:p>
          <a:p>
            <a:pPr marL="0" lvl="0" indent="0" algn="l" rtl="0">
              <a:spcBef>
                <a:spcPts val="0"/>
              </a:spcBef>
              <a:spcAft>
                <a:spcPts val="0"/>
              </a:spcAft>
              <a:buNone/>
            </a:pPr>
            <a:r>
              <a:rPr lang="en" dirty="0"/>
              <a:t>- </a:t>
            </a:r>
            <a:r>
              <a:rPr lang="en" dirty="0" err="1"/>
              <a:t>gapfilling</a:t>
            </a:r>
            <a:endParaRPr dirty="0"/>
          </a:p>
        </p:txBody>
      </p:sp>
      <p:sp>
        <p:nvSpPr>
          <p:cNvPr id="146" name="Google Shape;146;p23"/>
          <p:cNvSpPr txBox="1">
            <a:spLocks noGrp="1"/>
          </p:cNvSpPr>
          <p:nvPr>
            <p:ph type="body" idx="1"/>
          </p:nvPr>
        </p:nvSpPr>
        <p:spPr>
          <a:xfrm>
            <a:off x="311700" y="2097400"/>
            <a:ext cx="5483100" cy="2422500"/>
          </a:xfrm>
          <a:prstGeom prst="rect">
            <a:avLst/>
          </a:prstGeom>
        </p:spPr>
        <p:txBody>
          <a:bodyPr spcFirstLastPara="1" wrap="square" lIns="91425" tIns="91425" rIns="91425" bIns="91425" anchor="t" anchorCtr="0">
            <a:normAutofit lnSpcReduction="10000"/>
          </a:bodyPr>
          <a:lstStyle/>
          <a:p>
            <a:pPr marL="0" lvl="0" indent="0" algn="l" rtl="0">
              <a:spcBef>
                <a:spcPts val="0"/>
              </a:spcBef>
              <a:spcAft>
                <a:spcPts val="0"/>
              </a:spcAft>
              <a:buNone/>
            </a:pPr>
            <a:r>
              <a:rPr lang="en"/>
              <a:t>Issue: Satellite (Sentinel-2) images</a:t>
            </a:r>
            <a:endParaRPr/>
          </a:p>
          <a:p>
            <a:pPr marL="457200" lvl="0" indent="-342900" algn="l" rtl="0">
              <a:spcBef>
                <a:spcPts val="1200"/>
              </a:spcBef>
              <a:spcAft>
                <a:spcPts val="0"/>
              </a:spcAft>
              <a:buSzPts val="1800"/>
              <a:buChar char="-"/>
            </a:pPr>
            <a:r>
              <a:rPr lang="en"/>
              <a:t>have gaps due to (orbit, clouds, snow)</a:t>
            </a:r>
            <a:endParaRPr/>
          </a:p>
          <a:p>
            <a:pPr marL="457200" lvl="0" indent="-342900" algn="l" rtl="0">
              <a:spcBef>
                <a:spcPts val="0"/>
              </a:spcBef>
              <a:spcAft>
                <a:spcPts val="0"/>
              </a:spcAft>
              <a:buSzPts val="1800"/>
              <a:buChar char="-"/>
            </a:pPr>
            <a:r>
              <a:rPr lang="en"/>
              <a:t>have measurement errors (outliers) due to (...?)</a:t>
            </a:r>
            <a:endParaRPr/>
          </a:p>
          <a:p>
            <a:pPr marL="0" lvl="0" indent="0" algn="l" rtl="0">
              <a:spcBef>
                <a:spcPts val="1200"/>
              </a:spcBef>
              <a:spcAft>
                <a:spcPts val="0"/>
              </a:spcAft>
              <a:buNone/>
            </a:pPr>
            <a:r>
              <a:rPr lang="en"/>
              <a:t>Goal:</a:t>
            </a:r>
            <a:endParaRPr/>
          </a:p>
          <a:p>
            <a:pPr marL="457200" lvl="0" indent="-342900" algn="l" rtl="0">
              <a:spcBef>
                <a:spcPts val="1200"/>
              </a:spcBef>
              <a:spcAft>
                <a:spcPts val="0"/>
              </a:spcAft>
              <a:buSzPts val="1800"/>
              <a:buChar char="-"/>
            </a:pPr>
            <a:r>
              <a:rPr lang="en"/>
              <a:t>provide cleaned and daily gapfilled NDVI product for forested area in Switzerland</a:t>
            </a:r>
            <a:endParaRPr/>
          </a:p>
        </p:txBody>
      </p:sp>
      <p:sp>
        <p:nvSpPr>
          <p:cNvPr id="147" name="Google Shape;147;p23"/>
          <p:cNvSpPr txBox="1"/>
          <p:nvPr/>
        </p:nvSpPr>
        <p:spPr>
          <a:xfrm>
            <a:off x="35150" y="-530225"/>
            <a:ext cx="40359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solidFill>
                  <a:schemeClr val="dk2"/>
                </a:solidFill>
              </a:rPr>
              <a:t>Fabian</a:t>
            </a:r>
            <a:endParaRPr sz="1800">
              <a:solidFill>
                <a:schemeClr val="dk2"/>
              </a:solidFill>
            </a:endParaRPr>
          </a:p>
        </p:txBody>
      </p:sp>
      <p:pic>
        <p:nvPicPr>
          <p:cNvPr id="148" name="Google Shape;148;p23" title="Screenshot 2026-03-23 at 15.44.10.png"/>
          <p:cNvPicPr preferRelativeResize="0"/>
          <p:nvPr/>
        </p:nvPicPr>
        <p:blipFill>
          <a:blip r:embed="rId3">
            <a:alphaModFix/>
          </a:blip>
          <a:stretch>
            <a:fillRect/>
          </a:stretch>
        </p:blipFill>
        <p:spPr>
          <a:xfrm>
            <a:off x="5956003" y="1017725"/>
            <a:ext cx="2990975" cy="3288150"/>
          </a:xfrm>
          <a:prstGeom prst="rect">
            <a:avLst/>
          </a:prstGeom>
          <a:noFill/>
          <a:ln>
            <a:noFill/>
          </a:ln>
        </p:spPr>
      </p:pic>
      <p:sp>
        <p:nvSpPr>
          <p:cNvPr id="149" name="Google Shape;149;p23"/>
          <p:cNvSpPr txBox="1"/>
          <p:nvPr/>
        </p:nvSpPr>
        <p:spPr>
          <a:xfrm>
            <a:off x="5758500" y="4620300"/>
            <a:ext cx="3000000" cy="523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00" u="sng">
                <a:solidFill>
                  <a:schemeClr val="hlink"/>
                </a:solidFill>
                <a:hlinkClick r:id="rId4"/>
              </a:rPr>
              <a:t>https://www.swisstopo.admin.ch/en/satelliteimage-swisseo-s2-sr</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2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Method for cleaning and smoothing:</a:t>
            </a:r>
            <a:br>
              <a:rPr lang="en"/>
            </a:br>
            <a:r>
              <a:rPr lang="en"/>
              <a:t>makes use of sigmoid model as normal reference</a:t>
            </a:r>
            <a:endParaRPr/>
          </a:p>
        </p:txBody>
      </p:sp>
      <p:sp>
        <p:nvSpPr>
          <p:cNvPr id="170" name="Google Shape;170;p25"/>
          <p:cNvSpPr txBox="1"/>
          <p:nvPr/>
        </p:nvSpPr>
        <p:spPr>
          <a:xfrm>
            <a:off x="35150" y="-530225"/>
            <a:ext cx="40359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solidFill>
                  <a:schemeClr val="dk2"/>
                </a:solidFill>
              </a:rPr>
              <a:t>Fabian</a:t>
            </a:r>
            <a:endParaRPr sz="1800">
              <a:solidFill>
                <a:schemeClr val="dk2"/>
              </a:solidFill>
            </a:endParaRPr>
          </a:p>
        </p:txBody>
      </p:sp>
      <p:sp>
        <p:nvSpPr>
          <p:cNvPr id="171" name="Google Shape;171;p25"/>
          <p:cNvSpPr txBox="1"/>
          <p:nvPr/>
        </p:nvSpPr>
        <p:spPr>
          <a:xfrm>
            <a:off x="5929843" y="-3350475"/>
            <a:ext cx="4608000" cy="11466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sz="1400" b="0" i="0" u="none" strike="noStrike">
                <a:solidFill>
                  <a:schemeClr val="dk1"/>
                </a:solidFill>
                <a:latin typeface="Arial"/>
                <a:ea typeface="Arial"/>
                <a:cs typeface="Arial"/>
                <a:sym typeface="Arial"/>
              </a:rPr>
              <a:t>In case of extreme negative events (NDVI less than 0.2 compared to interquantile range). The smoothing is performed on the NDVI values and not on the deltas. This represents the fact that vegetation may not follow the expected values given the extreme conditions.</a:t>
            </a:r>
            <a:endParaRPr sz="1400">
              <a:solidFill>
                <a:schemeClr val="dk1"/>
              </a:solidFill>
              <a:latin typeface="Arial"/>
              <a:ea typeface="Arial"/>
              <a:cs typeface="Arial"/>
              <a:sym typeface="Arial"/>
            </a:endParaRPr>
          </a:p>
        </p:txBody>
      </p:sp>
      <p:pic>
        <p:nvPicPr>
          <p:cNvPr id="172" name="Google Shape;172;p25" title="image_delta_definition.png"/>
          <p:cNvPicPr preferRelativeResize="0"/>
          <p:nvPr/>
        </p:nvPicPr>
        <p:blipFill>
          <a:blip r:embed="rId3">
            <a:alphaModFix/>
          </a:blip>
          <a:stretch>
            <a:fillRect/>
          </a:stretch>
        </p:blipFill>
        <p:spPr>
          <a:xfrm>
            <a:off x="-5258175" y="-7667525"/>
            <a:ext cx="4608000" cy="6877218"/>
          </a:xfrm>
          <a:prstGeom prst="rect">
            <a:avLst/>
          </a:prstGeom>
          <a:noFill/>
          <a:ln>
            <a:noFill/>
          </a:ln>
        </p:spPr>
      </p:pic>
      <p:pic>
        <p:nvPicPr>
          <p:cNvPr id="173" name="Google Shape;173;p25" title="Screenshot 2026-03-23 at 10.05.42.png"/>
          <p:cNvPicPr preferRelativeResize="0"/>
          <p:nvPr/>
        </p:nvPicPr>
        <p:blipFill>
          <a:blip r:embed="rId4">
            <a:alphaModFix/>
          </a:blip>
          <a:stretch>
            <a:fillRect/>
          </a:stretch>
        </p:blipFill>
        <p:spPr>
          <a:xfrm>
            <a:off x="230950" y="-5114400"/>
            <a:ext cx="3346146" cy="3820974"/>
          </a:xfrm>
          <a:prstGeom prst="rect">
            <a:avLst/>
          </a:prstGeom>
          <a:noFill/>
          <a:ln>
            <a:noFill/>
          </a:ln>
        </p:spPr>
      </p:pic>
      <p:pic>
        <p:nvPicPr>
          <p:cNvPr id="174" name="Google Shape;174;p25" title="image_delta_definition.png"/>
          <p:cNvPicPr preferRelativeResize="0"/>
          <p:nvPr/>
        </p:nvPicPr>
        <p:blipFill rotWithShape="1">
          <a:blip r:embed="rId3">
            <a:alphaModFix/>
          </a:blip>
          <a:srcRect t="5899" r="42373" b="57976"/>
          <a:stretch/>
        </p:blipFill>
        <p:spPr>
          <a:xfrm>
            <a:off x="4728950" y="1398325"/>
            <a:ext cx="3459326" cy="3236525"/>
          </a:xfrm>
          <a:prstGeom prst="rect">
            <a:avLst/>
          </a:prstGeom>
          <a:noFill/>
          <a:ln>
            <a:noFill/>
          </a:ln>
        </p:spPr>
      </p:pic>
      <p:sp>
        <p:nvSpPr>
          <p:cNvPr id="175" name="Google Shape;175;p25"/>
          <p:cNvSpPr txBox="1"/>
          <p:nvPr/>
        </p:nvSpPr>
        <p:spPr>
          <a:xfrm>
            <a:off x="317725" y="2150700"/>
            <a:ext cx="4707900" cy="1377600"/>
          </a:xfrm>
          <a:prstGeom prst="rect">
            <a:avLst/>
          </a:prstGeom>
          <a:noFill/>
          <a:ln>
            <a:noFill/>
          </a:ln>
        </p:spPr>
        <p:txBody>
          <a:bodyPr spcFirstLastPara="1" wrap="square" lIns="68575" tIns="34275" rIns="68575" bIns="34275" anchor="t" anchorCtr="0">
            <a:spAutoFit/>
          </a:bodyPr>
          <a:lstStyle/>
          <a:p>
            <a:pPr marL="457200" marR="0" lvl="0" indent="-336550" algn="l" rtl="0">
              <a:spcBef>
                <a:spcPts val="0"/>
              </a:spcBef>
              <a:spcAft>
                <a:spcPts val="0"/>
              </a:spcAft>
              <a:buClr>
                <a:schemeClr val="dk1"/>
              </a:buClr>
              <a:buSzPts val="1700"/>
              <a:buFont typeface="Arial"/>
              <a:buChar char="-"/>
            </a:pPr>
            <a:r>
              <a:rPr lang="en" sz="1700">
                <a:solidFill>
                  <a:schemeClr val="dk1"/>
                </a:solidFill>
              </a:rPr>
              <a:t>Go from NDVI space into delta space</a:t>
            </a:r>
            <a:endParaRPr sz="1700">
              <a:solidFill>
                <a:schemeClr val="dk1"/>
              </a:solidFill>
            </a:endParaRPr>
          </a:p>
          <a:p>
            <a:pPr marL="457200" marR="0" lvl="0" indent="-336550" algn="l" rtl="0">
              <a:spcBef>
                <a:spcPts val="0"/>
              </a:spcBef>
              <a:spcAft>
                <a:spcPts val="0"/>
              </a:spcAft>
              <a:buClr>
                <a:schemeClr val="dk1"/>
              </a:buClr>
              <a:buSzPts val="1700"/>
              <a:buChar char="-"/>
            </a:pPr>
            <a:r>
              <a:rPr lang="en" sz="1700">
                <a:solidFill>
                  <a:schemeClr val="dk1"/>
                </a:solidFill>
              </a:rPr>
              <a:t>Do outlier detection (cleaning) and LOESS interpolation (smoothing) in delta space</a:t>
            </a:r>
            <a:endParaRPr sz="1700">
              <a:solidFill>
                <a:schemeClr val="dk1"/>
              </a:solidFill>
            </a:endParaRPr>
          </a:p>
          <a:p>
            <a:pPr marL="457200" marR="0" lvl="0" indent="-336550" algn="l" rtl="0">
              <a:spcBef>
                <a:spcPts val="0"/>
              </a:spcBef>
              <a:spcAft>
                <a:spcPts val="0"/>
              </a:spcAft>
              <a:buClr>
                <a:schemeClr val="dk1"/>
              </a:buClr>
              <a:buSzPts val="1700"/>
              <a:buChar char="-"/>
            </a:pPr>
            <a:r>
              <a:rPr lang="en" sz="1700">
                <a:solidFill>
                  <a:schemeClr val="dk1"/>
                </a:solidFill>
              </a:rPr>
              <a:t>Transform cleaned, smoothed daily delta time series back to NDVI time series</a:t>
            </a:r>
            <a:endParaRPr sz="1700">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Shape 179"/>
        <p:cNvGrpSpPr/>
        <p:nvPr/>
      </p:nvGrpSpPr>
      <p:grpSpPr>
        <a:xfrm>
          <a:off x="0" y="0"/>
          <a:ext cx="0" cy="0"/>
          <a:chOff x="0" y="0"/>
          <a:chExt cx="0" cy="0"/>
        </a:xfrm>
      </p:grpSpPr>
      <p:sp>
        <p:nvSpPr>
          <p:cNvPr id="180" name="Google Shape;180;p2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Method for cleaning and smoothing:</a:t>
            </a:r>
            <a:br>
              <a:rPr lang="en"/>
            </a:br>
            <a:r>
              <a:rPr lang="en"/>
              <a:t>two step procedure based on moving window</a:t>
            </a:r>
            <a:endParaRPr/>
          </a:p>
        </p:txBody>
      </p:sp>
      <p:sp>
        <p:nvSpPr>
          <p:cNvPr id="181" name="Google Shape;181;p26"/>
          <p:cNvSpPr txBox="1"/>
          <p:nvPr/>
        </p:nvSpPr>
        <p:spPr>
          <a:xfrm>
            <a:off x="35150" y="-530225"/>
            <a:ext cx="40359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solidFill>
                  <a:schemeClr val="dk2"/>
                </a:solidFill>
              </a:rPr>
              <a:t>Fabian</a:t>
            </a:r>
            <a:endParaRPr sz="1800">
              <a:solidFill>
                <a:schemeClr val="dk2"/>
              </a:solidFill>
            </a:endParaRPr>
          </a:p>
        </p:txBody>
      </p:sp>
      <p:sp>
        <p:nvSpPr>
          <p:cNvPr id="182" name="Google Shape;182;p26"/>
          <p:cNvSpPr/>
          <p:nvPr/>
        </p:nvSpPr>
        <p:spPr>
          <a:xfrm>
            <a:off x="311700" y="2083450"/>
            <a:ext cx="8520600" cy="1713000"/>
          </a:xfrm>
          <a:prstGeom prst="rect">
            <a:avLst/>
          </a:prstGeom>
          <a:solidFill>
            <a:srgbClr val="BEF2C7">
              <a:alpha val="31760"/>
            </a:srgbClr>
          </a:solidFill>
          <a:ln w="17975" cap="flat" cmpd="sng">
            <a:solidFill>
              <a:srgbClr val="082836"/>
            </a:solidFill>
            <a:prstDash val="solid"/>
            <a:miter lim="800000"/>
            <a:headEnd type="none" w="sm" len="sm"/>
            <a:tailEnd type="none" w="sm" len="sm"/>
          </a:ln>
        </p:spPr>
        <p:txBody>
          <a:bodyPr spcFirstLastPara="1" wrap="square" lIns="64700" tIns="32350" rIns="64700" bIns="32350" anchor="t" anchorCtr="0">
            <a:noAutofit/>
          </a:bodyPr>
          <a:lstStyle/>
          <a:p>
            <a:pPr marL="0" marR="0" lvl="0" indent="0" algn="l" rtl="0">
              <a:spcBef>
                <a:spcPts val="0"/>
              </a:spcBef>
              <a:spcAft>
                <a:spcPts val="0"/>
              </a:spcAft>
              <a:buNone/>
            </a:pPr>
            <a:r>
              <a:rPr lang="en" sz="1320" b="0" i="0" u="none" strike="noStrike" cap="none">
                <a:solidFill>
                  <a:schemeClr val="dk1"/>
                </a:solidFill>
                <a:latin typeface="Arial"/>
                <a:ea typeface="Arial"/>
                <a:cs typeface="Arial"/>
                <a:sym typeface="Arial"/>
              </a:rPr>
              <a:t>7-observation moving window:</a:t>
            </a:r>
            <a:endParaRPr sz="1037"/>
          </a:p>
        </p:txBody>
      </p:sp>
      <p:sp>
        <p:nvSpPr>
          <p:cNvPr id="183" name="Google Shape;183;p26"/>
          <p:cNvSpPr/>
          <p:nvPr/>
        </p:nvSpPr>
        <p:spPr>
          <a:xfrm>
            <a:off x="1180764" y="2390245"/>
            <a:ext cx="735600" cy="735600"/>
          </a:xfrm>
          <a:prstGeom prst="ellipse">
            <a:avLst/>
          </a:prstGeom>
          <a:solidFill>
            <a:schemeClr val="accent1"/>
          </a:solidFill>
          <a:ln w="17975" cap="flat" cmpd="sng">
            <a:solidFill>
              <a:srgbClr val="082836"/>
            </a:solidFill>
            <a:prstDash val="solid"/>
            <a:miter lim="800000"/>
            <a:headEnd type="none" w="sm" len="sm"/>
            <a:tailEnd type="none" w="sm" len="sm"/>
          </a:ln>
        </p:spPr>
        <p:txBody>
          <a:bodyPr spcFirstLastPara="1" wrap="square" lIns="64700" tIns="32350" rIns="64700" bIns="32350" anchor="ctr" anchorCtr="0">
            <a:noAutofit/>
          </a:bodyPr>
          <a:lstStyle/>
          <a:p>
            <a:pPr marL="0" marR="0" lvl="0" indent="0" algn="ctr" rtl="0">
              <a:spcBef>
                <a:spcPts val="0"/>
              </a:spcBef>
              <a:spcAft>
                <a:spcPts val="0"/>
              </a:spcAft>
              <a:buNone/>
            </a:pPr>
            <a:r>
              <a:rPr lang="en" sz="1320">
                <a:solidFill>
                  <a:schemeClr val="lt1"/>
                </a:solidFill>
              </a:rPr>
              <a:t>t-5</a:t>
            </a:r>
            <a:endParaRPr sz="1320">
              <a:solidFill>
                <a:schemeClr val="lt1"/>
              </a:solidFill>
              <a:latin typeface="Arial"/>
              <a:ea typeface="Arial"/>
              <a:cs typeface="Arial"/>
              <a:sym typeface="Arial"/>
            </a:endParaRPr>
          </a:p>
        </p:txBody>
      </p:sp>
      <p:sp>
        <p:nvSpPr>
          <p:cNvPr id="184" name="Google Shape;184;p26"/>
          <p:cNvSpPr/>
          <p:nvPr/>
        </p:nvSpPr>
        <p:spPr>
          <a:xfrm>
            <a:off x="1936959" y="2390245"/>
            <a:ext cx="735600" cy="735600"/>
          </a:xfrm>
          <a:prstGeom prst="ellipse">
            <a:avLst/>
          </a:prstGeom>
          <a:solidFill>
            <a:schemeClr val="accent1"/>
          </a:solidFill>
          <a:ln w="17975" cap="flat" cmpd="sng">
            <a:solidFill>
              <a:srgbClr val="082836"/>
            </a:solidFill>
            <a:prstDash val="solid"/>
            <a:miter lim="800000"/>
            <a:headEnd type="none" w="sm" len="sm"/>
            <a:tailEnd type="none" w="sm" len="sm"/>
          </a:ln>
        </p:spPr>
        <p:txBody>
          <a:bodyPr spcFirstLastPara="1" wrap="square" lIns="64700" tIns="32350" rIns="64700" bIns="32350" anchor="ctr" anchorCtr="0">
            <a:noAutofit/>
          </a:bodyPr>
          <a:lstStyle/>
          <a:p>
            <a:pPr marL="0" marR="0" lvl="0" indent="0" algn="ctr" rtl="0">
              <a:spcBef>
                <a:spcPts val="0"/>
              </a:spcBef>
              <a:spcAft>
                <a:spcPts val="0"/>
              </a:spcAft>
              <a:buNone/>
            </a:pPr>
            <a:r>
              <a:rPr lang="en" sz="1320">
                <a:solidFill>
                  <a:schemeClr val="lt1"/>
                </a:solidFill>
              </a:rPr>
              <a:t>t-4</a:t>
            </a:r>
            <a:endParaRPr sz="1320">
              <a:solidFill>
                <a:schemeClr val="lt1"/>
              </a:solidFill>
              <a:latin typeface="Arial"/>
              <a:ea typeface="Arial"/>
              <a:cs typeface="Arial"/>
              <a:sym typeface="Arial"/>
            </a:endParaRPr>
          </a:p>
        </p:txBody>
      </p:sp>
      <p:sp>
        <p:nvSpPr>
          <p:cNvPr id="185" name="Google Shape;185;p26"/>
          <p:cNvSpPr/>
          <p:nvPr/>
        </p:nvSpPr>
        <p:spPr>
          <a:xfrm>
            <a:off x="3449351" y="2390245"/>
            <a:ext cx="735600" cy="735600"/>
          </a:xfrm>
          <a:prstGeom prst="ellipse">
            <a:avLst/>
          </a:prstGeom>
          <a:solidFill>
            <a:schemeClr val="accent1"/>
          </a:solidFill>
          <a:ln w="17975" cap="flat" cmpd="sng">
            <a:solidFill>
              <a:srgbClr val="082836"/>
            </a:solidFill>
            <a:prstDash val="solid"/>
            <a:miter lim="800000"/>
            <a:headEnd type="none" w="sm" len="sm"/>
            <a:tailEnd type="none" w="sm" len="sm"/>
          </a:ln>
        </p:spPr>
        <p:txBody>
          <a:bodyPr spcFirstLastPara="1" wrap="square" lIns="64700" tIns="32350" rIns="64700" bIns="32350" anchor="ctr" anchorCtr="0">
            <a:noAutofit/>
          </a:bodyPr>
          <a:lstStyle/>
          <a:p>
            <a:pPr marL="0" marR="0" lvl="0" indent="0" algn="ctr" rtl="0">
              <a:spcBef>
                <a:spcPts val="0"/>
              </a:spcBef>
              <a:spcAft>
                <a:spcPts val="0"/>
              </a:spcAft>
              <a:buNone/>
            </a:pPr>
            <a:r>
              <a:rPr lang="en" sz="1320">
                <a:solidFill>
                  <a:schemeClr val="lt1"/>
                </a:solidFill>
              </a:rPr>
              <a:t>t-3</a:t>
            </a:r>
            <a:endParaRPr sz="1320">
              <a:solidFill>
                <a:schemeClr val="lt1"/>
              </a:solidFill>
              <a:latin typeface="Arial"/>
              <a:ea typeface="Arial"/>
              <a:cs typeface="Arial"/>
              <a:sym typeface="Arial"/>
            </a:endParaRPr>
          </a:p>
        </p:txBody>
      </p:sp>
      <p:sp>
        <p:nvSpPr>
          <p:cNvPr id="186" name="Google Shape;186;p26"/>
          <p:cNvSpPr/>
          <p:nvPr/>
        </p:nvSpPr>
        <p:spPr>
          <a:xfrm>
            <a:off x="4205547" y="2390245"/>
            <a:ext cx="735600" cy="735600"/>
          </a:xfrm>
          <a:prstGeom prst="ellipse">
            <a:avLst/>
          </a:prstGeom>
          <a:solidFill>
            <a:schemeClr val="accent1"/>
          </a:solidFill>
          <a:ln w="17975" cap="flat" cmpd="sng">
            <a:solidFill>
              <a:srgbClr val="082836"/>
            </a:solidFill>
            <a:prstDash val="solid"/>
            <a:miter lim="800000"/>
            <a:headEnd type="none" w="sm" len="sm"/>
            <a:tailEnd type="none" w="sm" len="sm"/>
          </a:ln>
        </p:spPr>
        <p:txBody>
          <a:bodyPr spcFirstLastPara="1" wrap="square" lIns="64700" tIns="32350" rIns="64700" bIns="32350" anchor="ctr" anchorCtr="0">
            <a:noAutofit/>
          </a:bodyPr>
          <a:lstStyle/>
          <a:p>
            <a:pPr marL="0" marR="0" lvl="0" indent="0" algn="ctr" rtl="0">
              <a:spcBef>
                <a:spcPts val="0"/>
              </a:spcBef>
              <a:spcAft>
                <a:spcPts val="0"/>
              </a:spcAft>
              <a:buNone/>
            </a:pPr>
            <a:r>
              <a:rPr lang="en" sz="1320">
                <a:solidFill>
                  <a:schemeClr val="lt1"/>
                </a:solidFill>
              </a:rPr>
              <a:t>t-2</a:t>
            </a:r>
            <a:endParaRPr sz="1320">
              <a:solidFill>
                <a:schemeClr val="lt1"/>
              </a:solidFill>
              <a:latin typeface="Arial"/>
              <a:ea typeface="Arial"/>
              <a:cs typeface="Arial"/>
              <a:sym typeface="Arial"/>
            </a:endParaRPr>
          </a:p>
        </p:txBody>
      </p:sp>
      <p:sp>
        <p:nvSpPr>
          <p:cNvPr id="187" name="Google Shape;187;p26"/>
          <p:cNvSpPr/>
          <p:nvPr/>
        </p:nvSpPr>
        <p:spPr>
          <a:xfrm>
            <a:off x="5717937" y="2405758"/>
            <a:ext cx="735600" cy="735600"/>
          </a:xfrm>
          <a:prstGeom prst="ellipse">
            <a:avLst/>
          </a:prstGeom>
          <a:solidFill>
            <a:schemeClr val="accent1"/>
          </a:solidFill>
          <a:ln w="17975" cap="flat" cmpd="sng">
            <a:solidFill>
              <a:srgbClr val="082836"/>
            </a:solidFill>
            <a:prstDash val="solid"/>
            <a:miter lim="800000"/>
            <a:headEnd type="none" w="sm" len="sm"/>
            <a:tailEnd type="none" w="sm" len="sm"/>
          </a:ln>
        </p:spPr>
        <p:txBody>
          <a:bodyPr spcFirstLastPara="1" wrap="square" lIns="64700" tIns="32350" rIns="64700" bIns="32350" anchor="ctr" anchorCtr="0">
            <a:noAutofit/>
          </a:bodyPr>
          <a:lstStyle/>
          <a:p>
            <a:pPr marL="0" marR="0" lvl="0" indent="0" algn="ctr" rtl="0">
              <a:spcBef>
                <a:spcPts val="0"/>
              </a:spcBef>
              <a:spcAft>
                <a:spcPts val="0"/>
              </a:spcAft>
              <a:buNone/>
            </a:pPr>
            <a:r>
              <a:rPr lang="en" sz="1320">
                <a:solidFill>
                  <a:schemeClr val="lt1"/>
                </a:solidFill>
              </a:rPr>
              <a:t>t-1</a:t>
            </a:r>
            <a:endParaRPr sz="1320">
              <a:solidFill>
                <a:schemeClr val="lt1"/>
              </a:solidFill>
              <a:latin typeface="Arial"/>
              <a:ea typeface="Arial"/>
              <a:cs typeface="Arial"/>
              <a:sym typeface="Arial"/>
            </a:endParaRPr>
          </a:p>
        </p:txBody>
      </p:sp>
      <p:sp>
        <p:nvSpPr>
          <p:cNvPr id="188" name="Google Shape;188;p26"/>
          <p:cNvSpPr/>
          <p:nvPr/>
        </p:nvSpPr>
        <p:spPr>
          <a:xfrm>
            <a:off x="7986524" y="2390245"/>
            <a:ext cx="735600" cy="735600"/>
          </a:xfrm>
          <a:prstGeom prst="ellipse">
            <a:avLst/>
          </a:prstGeom>
          <a:solidFill>
            <a:schemeClr val="accent1"/>
          </a:solidFill>
          <a:ln w="17975" cap="flat" cmpd="sng">
            <a:solidFill>
              <a:srgbClr val="082836"/>
            </a:solidFill>
            <a:prstDash val="solid"/>
            <a:miter lim="800000"/>
            <a:headEnd type="none" w="sm" len="sm"/>
            <a:tailEnd type="none" w="sm" len="sm"/>
          </a:ln>
        </p:spPr>
        <p:txBody>
          <a:bodyPr spcFirstLastPara="1" wrap="square" lIns="64700" tIns="32350" rIns="64700" bIns="32350" anchor="ctr" anchorCtr="0">
            <a:noAutofit/>
          </a:bodyPr>
          <a:lstStyle/>
          <a:p>
            <a:pPr marL="0" marR="0" lvl="0" indent="0" algn="ctr" rtl="0">
              <a:spcBef>
                <a:spcPts val="0"/>
              </a:spcBef>
              <a:spcAft>
                <a:spcPts val="0"/>
              </a:spcAft>
              <a:buNone/>
            </a:pPr>
            <a:r>
              <a:rPr lang="en" sz="1320">
                <a:solidFill>
                  <a:schemeClr val="lt1"/>
                </a:solidFill>
              </a:rPr>
              <a:t>t0</a:t>
            </a:r>
            <a:endParaRPr sz="1320">
              <a:solidFill>
                <a:schemeClr val="lt1"/>
              </a:solidFill>
              <a:latin typeface="Arial"/>
              <a:ea typeface="Arial"/>
              <a:cs typeface="Arial"/>
              <a:sym typeface="Arial"/>
            </a:endParaRPr>
          </a:p>
        </p:txBody>
      </p:sp>
      <p:sp>
        <p:nvSpPr>
          <p:cNvPr id="189" name="Google Shape;189;p26"/>
          <p:cNvSpPr/>
          <p:nvPr/>
        </p:nvSpPr>
        <p:spPr>
          <a:xfrm>
            <a:off x="424569" y="2390245"/>
            <a:ext cx="735600" cy="735600"/>
          </a:xfrm>
          <a:prstGeom prst="ellipse">
            <a:avLst/>
          </a:prstGeom>
          <a:solidFill>
            <a:schemeClr val="accent1"/>
          </a:solidFill>
          <a:ln w="17975" cap="flat" cmpd="sng">
            <a:solidFill>
              <a:srgbClr val="082836"/>
            </a:solidFill>
            <a:prstDash val="solid"/>
            <a:miter lim="800000"/>
            <a:headEnd type="none" w="sm" len="sm"/>
            <a:tailEnd type="none" w="sm" len="sm"/>
          </a:ln>
        </p:spPr>
        <p:txBody>
          <a:bodyPr spcFirstLastPara="1" wrap="square" lIns="64700" tIns="32350" rIns="64700" bIns="32350" anchor="ctr" anchorCtr="0">
            <a:noAutofit/>
          </a:bodyPr>
          <a:lstStyle/>
          <a:p>
            <a:pPr marL="0" marR="0" lvl="0" indent="0" algn="ctr" rtl="0">
              <a:spcBef>
                <a:spcPts val="0"/>
              </a:spcBef>
              <a:spcAft>
                <a:spcPts val="0"/>
              </a:spcAft>
              <a:buNone/>
            </a:pPr>
            <a:r>
              <a:rPr lang="en" sz="1320">
                <a:solidFill>
                  <a:schemeClr val="lt1"/>
                </a:solidFill>
              </a:rPr>
              <a:t>t-6</a:t>
            </a:r>
            <a:endParaRPr sz="1320">
              <a:solidFill>
                <a:schemeClr val="lt1"/>
              </a:solidFill>
              <a:latin typeface="Arial"/>
              <a:ea typeface="Arial"/>
              <a:cs typeface="Arial"/>
              <a:sym typeface="Arial"/>
            </a:endParaRPr>
          </a:p>
        </p:txBody>
      </p:sp>
      <p:sp>
        <p:nvSpPr>
          <p:cNvPr id="190" name="Google Shape;190;p26"/>
          <p:cNvSpPr/>
          <p:nvPr/>
        </p:nvSpPr>
        <p:spPr>
          <a:xfrm>
            <a:off x="6474132" y="2390245"/>
            <a:ext cx="735600" cy="735600"/>
          </a:xfrm>
          <a:prstGeom prst="ellipse">
            <a:avLst/>
          </a:prstGeom>
          <a:noFill/>
          <a:ln w="17975" cap="flat" cmpd="sng">
            <a:solidFill>
              <a:srgbClr val="082836"/>
            </a:solidFill>
            <a:prstDash val="dash"/>
            <a:miter lim="800000"/>
            <a:headEnd type="none" w="sm" len="sm"/>
            <a:tailEnd type="none" w="sm" len="sm"/>
          </a:ln>
        </p:spPr>
        <p:txBody>
          <a:bodyPr spcFirstLastPara="1" wrap="square" lIns="64700" tIns="32350" rIns="64700" bIns="32350" anchor="ctr" anchorCtr="0">
            <a:noAutofit/>
          </a:bodyPr>
          <a:lstStyle/>
          <a:p>
            <a:pPr marL="0" marR="0" lvl="0" indent="0" algn="ctr" rtl="0">
              <a:spcBef>
                <a:spcPts val="0"/>
              </a:spcBef>
              <a:spcAft>
                <a:spcPts val="0"/>
              </a:spcAft>
              <a:buNone/>
            </a:pPr>
            <a:r>
              <a:rPr lang="en" sz="1981">
                <a:solidFill>
                  <a:schemeClr val="dk1"/>
                </a:solidFill>
                <a:latin typeface="Arial"/>
                <a:ea typeface="Arial"/>
                <a:cs typeface="Arial"/>
                <a:sym typeface="Arial"/>
              </a:rPr>
              <a:t>L1</a:t>
            </a:r>
            <a:endParaRPr sz="1037"/>
          </a:p>
        </p:txBody>
      </p:sp>
      <p:sp>
        <p:nvSpPr>
          <p:cNvPr id="191" name="Google Shape;191;p26"/>
          <p:cNvSpPr/>
          <p:nvPr/>
        </p:nvSpPr>
        <p:spPr>
          <a:xfrm>
            <a:off x="7230327" y="2379165"/>
            <a:ext cx="735600" cy="735600"/>
          </a:xfrm>
          <a:prstGeom prst="ellipse">
            <a:avLst/>
          </a:prstGeom>
          <a:noFill/>
          <a:ln w="17975" cap="flat" cmpd="sng">
            <a:solidFill>
              <a:srgbClr val="082836"/>
            </a:solidFill>
            <a:prstDash val="dash"/>
            <a:miter lim="800000"/>
            <a:headEnd type="none" w="sm" len="sm"/>
            <a:tailEnd type="none" w="sm" len="sm"/>
          </a:ln>
        </p:spPr>
        <p:txBody>
          <a:bodyPr spcFirstLastPara="1" wrap="square" lIns="64700" tIns="32350" rIns="64700" bIns="32350" anchor="ctr" anchorCtr="0">
            <a:noAutofit/>
          </a:bodyPr>
          <a:lstStyle/>
          <a:p>
            <a:pPr marL="0" marR="0" lvl="0" indent="0" algn="ctr" rtl="0">
              <a:spcBef>
                <a:spcPts val="0"/>
              </a:spcBef>
              <a:spcAft>
                <a:spcPts val="0"/>
              </a:spcAft>
              <a:buNone/>
            </a:pPr>
            <a:r>
              <a:rPr lang="en" sz="1981">
                <a:solidFill>
                  <a:schemeClr val="dk1"/>
                </a:solidFill>
                <a:latin typeface="Arial"/>
                <a:ea typeface="Arial"/>
                <a:cs typeface="Arial"/>
                <a:sym typeface="Arial"/>
              </a:rPr>
              <a:t>L1</a:t>
            </a:r>
            <a:endParaRPr sz="1037"/>
          </a:p>
        </p:txBody>
      </p:sp>
      <p:sp>
        <p:nvSpPr>
          <p:cNvPr id="192" name="Google Shape;192;p26"/>
          <p:cNvSpPr/>
          <p:nvPr/>
        </p:nvSpPr>
        <p:spPr>
          <a:xfrm>
            <a:off x="2693155" y="2379164"/>
            <a:ext cx="735600" cy="735600"/>
          </a:xfrm>
          <a:prstGeom prst="ellipse">
            <a:avLst/>
          </a:prstGeom>
          <a:noFill/>
          <a:ln w="17975" cap="flat" cmpd="sng">
            <a:solidFill>
              <a:srgbClr val="082836"/>
            </a:solidFill>
            <a:prstDash val="dash"/>
            <a:miter lim="800000"/>
            <a:headEnd type="none" w="sm" len="sm"/>
            <a:tailEnd type="none" w="sm" len="sm"/>
          </a:ln>
        </p:spPr>
        <p:txBody>
          <a:bodyPr spcFirstLastPara="1" wrap="square" lIns="64700" tIns="32350" rIns="64700" bIns="32350" anchor="ctr" anchorCtr="0">
            <a:noAutofit/>
          </a:bodyPr>
          <a:lstStyle/>
          <a:p>
            <a:pPr marL="0" marR="0" lvl="0" indent="0" algn="ctr" rtl="0">
              <a:spcBef>
                <a:spcPts val="0"/>
              </a:spcBef>
              <a:spcAft>
                <a:spcPts val="0"/>
              </a:spcAft>
              <a:buNone/>
            </a:pPr>
            <a:r>
              <a:rPr lang="en" sz="1981">
                <a:solidFill>
                  <a:schemeClr val="dk1"/>
                </a:solidFill>
                <a:latin typeface="Arial"/>
                <a:ea typeface="Arial"/>
                <a:cs typeface="Arial"/>
                <a:sym typeface="Arial"/>
              </a:rPr>
              <a:t>L2</a:t>
            </a:r>
            <a:endParaRPr sz="1037"/>
          </a:p>
        </p:txBody>
      </p:sp>
      <p:sp>
        <p:nvSpPr>
          <p:cNvPr id="193" name="Google Shape;193;p26"/>
          <p:cNvSpPr/>
          <p:nvPr/>
        </p:nvSpPr>
        <p:spPr>
          <a:xfrm>
            <a:off x="4961742" y="2405758"/>
            <a:ext cx="735600" cy="735600"/>
          </a:xfrm>
          <a:prstGeom prst="ellipse">
            <a:avLst/>
          </a:prstGeom>
          <a:noFill/>
          <a:ln w="17975" cap="flat" cmpd="sng">
            <a:solidFill>
              <a:srgbClr val="082836"/>
            </a:solidFill>
            <a:prstDash val="dash"/>
            <a:miter lim="800000"/>
            <a:headEnd type="none" w="sm" len="sm"/>
            <a:tailEnd type="none" w="sm" len="sm"/>
          </a:ln>
        </p:spPr>
        <p:txBody>
          <a:bodyPr spcFirstLastPara="1" wrap="square" lIns="64700" tIns="32350" rIns="64700" bIns="32350" anchor="ctr" anchorCtr="0">
            <a:noAutofit/>
          </a:bodyPr>
          <a:lstStyle/>
          <a:p>
            <a:pPr marL="0" marR="0" lvl="0" indent="0" algn="ctr" rtl="0">
              <a:spcBef>
                <a:spcPts val="0"/>
              </a:spcBef>
              <a:spcAft>
                <a:spcPts val="0"/>
              </a:spcAft>
              <a:buNone/>
            </a:pPr>
            <a:r>
              <a:rPr lang="en" sz="1981">
                <a:solidFill>
                  <a:schemeClr val="dk1"/>
                </a:solidFill>
                <a:latin typeface="Arial"/>
                <a:ea typeface="Arial"/>
                <a:cs typeface="Arial"/>
                <a:sym typeface="Arial"/>
              </a:rPr>
              <a:t>-</a:t>
            </a:r>
            <a:endParaRPr sz="1037"/>
          </a:p>
        </p:txBody>
      </p:sp>
      <p:sp>
        <p:nvSpPr>
          <p:cNvPr id="194" name="Google Shape;194;p26"/>
          <p:cNvSpPr txBox="1"/>
          <p:nvPr/>
        </p:nvSpPr>
        <p:spPr>
          <a:xfrm>
            <a:off x="311700" y="4341143"/>
            <a:ext cx="1923900" cy="471900"/>
          </a:xfrm>
          <a:prstGeom prst="rect">
            <a:avLst/>
          </a:prstGeom>
          <a:noFill/>
          <a:ln>
            <a:noFill/>
          </a:ln>
        </p:spPr>
        <p:txBody>
          <a:bodyPr spcFirstLastPara="1" wrap="square" lIns="64700" tIns="32350" rIns="64700" bIns="32350" anchor="t" anchorCtr="0">
            <a:spAutoFit/>
          </a:bodyPr>
          <a:lstStyle/>
          <a:p>
            <a:pPr marL="0" marR="0" lvl="0" indent="0" algn="l" rtl="0">
              <a:spcBef>
                <a:spcPts val="0"/>
              </a:spcBef>
              <a:spcAft>
                <a:spcPts val="0"/>
              </a:spcAft>
              <a:buNone/>
            </a:pPr>
            <a:r>
              <a:rPr lang="en" sz="1320">
                <a:solidFill>
                  <a:schemeClr val="dk1"/>
                </a:solidFill>
                <a:latin typeface="Arial"/>
                <a:ea typeface="Arial"/>
                <a:cs typeface="Arial"/>
                <a:sym typeface="Arial"/>
              </a:rPr>
              <a:t>Last known observations:</a:t>
            </a:r>
            <a:endParaRPr sz="1037"/>
          </a:p>
        </p:txBody>
      </p:sp>
      <p:sp>
        <p:nvSpPr>
          <p:cNvPr id="195" name="Google Shape;195;p26"/>
          <p:cNvSpPr txBox="1"/>
          <p:nvPr/>
        </p:nvSpPr>
        <p:spPr>
          <a:xfrm>
            <a:off x="2554727" y="3339125"/>
            <a:ext cx="1293000" cy="471900"/>
          </a:xfrm>
          <a:prstGeom prst="rect">
            <a:avLst/>
          </a:prstGeom>
          <a:noFill/>
          <a:ln>
            <a:noFill/>
          </a:ln>
        </p:spPr>
        <p:txBody>
          <a:bodyPr spcFirstLastPara="1" wrap="square" lIns="64700" tIns="32350" rIns="64700" bIns="32350" anchor="t" anchorCtr="0">
            <a:spAutoFit/>
          </a:bodyPr>
          <a:lstStyle/>
          <a:p>
            <a:pPr marL="0" marR="0" lvl="0" indent="0" algn="ctr" rtl="0">
              <a:spcBef>
                <a:spcPts val="0"/>
              </a:spcBef>
              <a:spcAft>
                <a:spcPts val="0"/>
              </a:spcAft>
              <a:buNone/>
            </a:pPr>
            <a:r>
              <a:rPr lang="en" sz="1320">
                <a:solidFill>
                  <a:schemeClr val="dk1"/>
                </a:solidFill>
                <a:latin typeface="Arial"/>
                <a:ea typeface="Arial"/>
                <a:cs typeface="Arial"/>
                <a:sym typeface="Arial"/>
              </a:rPr>
              <a:t>LOESS </a:t>
            </a:r>
            <a:br>
              <a:rPr lang="en" sz="1320">
                <a:solidFill>
                  <a:schemeClr val="dk1"/>
                </a:solidFill>
                <a:latin typeface="Arial"/>
                <a:ea typeface="Arial"/>
                <a:cs typeface="Arial"/>
                <a:sym typeface="Arial"/>
              </a:rPr>
            </a:br>
            <a:r>
              <a:rPr lang="en" sz="1320">
                <a:solidFill>
                  <a:schemeClr val="dk1"/>
                </a:solidFill>
                <a:latin typeface="Arial"/>
                <a:ea typeface="Arial"/>
                <a:cs typeface="Arial"/>
                <a:sym typeface="Arial"/>
              </a:rPr>
              <a:t>interpolation</a:t>
            </a:r>
            <a:endParaRPr sz="1037"/>
          </a:p>
        </p:txBody>
      </p:sp>
      <p:sp>
        <p:nvSpPr>
          <p:cNvPr id="196" name="Google Shape;196;p26"/>
          <p:cNvSpPr txBox="1"/>
          <p:nvPr/>
        </p:nvSpPr>
        <p:spPr>
          <a:xfrm>
            <a:off x="6693599" y="3339125"/>
            <a:ext cx="1293000" cy="471900"/>
          </a:xfrm>
          <a:prstGeom prst="rect">
            <a:avLst/>
          </a:prstGeom>
          <a:noFill/>
          <a:ln>
            <a:noFill/>
          </a:ln>
        </p:spPr>
        <p:txBody>
          <a:bodyPr spcFirstLastPara="1" wrap="square" lIns="64700" tIns="32350" rIns="64700" bIns="32350" anchor="t" anchorCtr="0">
            <a:spAutoFit/>
          </a:bodyPr>
          <a:lstStyle/>
          <a:p>
            <a:pPr marL="0" marR="0" lvl="0" indent="0" algn="ctr" rtl="0">
              <a:spcBef>
                <a:spcPts val="0"/>
              </a:spcBef>
              <a:spcAft>
                <a:spcPts val="0"/>
              </a:spcAft>
              <a:buNone/>
            </a:pPr>
            <a:r>
              <a:rPr lang="en" sz="1320">
                <a:solidFill>
                  <a:schemeClr val="dk1"/>
                </a:solidFill>
                <a:latin typeface="Arial"/>
                <a:ea typeface="Arial"/>
                <a:cs typeface="Arial"/>
                <a:sym typeface="Arial"/>
              </a:rPr>
              <a:t>Linear</a:t>
            </a:r>
            <a:br>
              <a:rPr lang="en" sz="1320">
                <a:solidFill>
                  <a:schemeClr val="dk1"/>
                </a:solidFill>
                <a:latin typeface="Arial"/>
                <a:ea typeface="Arial"/>
                <a:cs typeface="Arial"/>
                <a:sym typeface="Arial"/>
              </a:rPr>
            </a:br>
            <a:r>
              <a:rPr lang="en" sz="1320">
                <a:solidFill>
                  <a:schemeClr val="dk1"/>
                </a:solidFill>
                <a:latin typeface="Arial"/>
                <a:ea typeface="Arial"/>
                <a:cs typeface="Arial"/>
                <a:sym typeface="Arial"/>
              </a:rPr>
              <a:t>interpolation</a:t>
            </a:r>
            <a:endParaRPr sz="1037"/>
          </a:p>
        </p:txBody>
      </p:sp>
      <p:sp>
        <p:nvSpPr>
          <p:cNvPr id="197" name="Google Shape;197;p26"/>
          <p:cNvSpPr/>
          <p:nvPr/>
        </p:nvSpPr>
        <p:spPr>
          <a:xfrm>
            <a:off x="1518917" y="4355560"/>
            <a:ext cx="457500" cy="457500"/>
          </a:xfrm>
          <a:prstGeom prst="ellipse">
            <a:avLst/>
          </a:prstGeom>
          <a:solidFill>
            <a:schemeClr val="accent1"/>
          </a:solidFill>
          <a:ln w="17975" cap="flat" cmpd="sng">
            <a:solidFill>
              <a:srgbClr val="082836"/>
            </a:solidFill>
            <a:prstDash val="solid"/>
            <a:miter lim="800000"/>
            <a:headEnd type="none" w="sm" len="sm"/>
            <a:tailEnd type="none" w="sm" len="sm"/>
          </a:ln>
        </p:spPr>
        <p:txBody>
          <a:bodyPr spcFirstLastPara="1" wrap="square" lIns="64700" tIns="32350" rIns="64700" bIns="32350" anchor="ctr" anchorCtr="0">
            <a:noAutofit/>
          </a:bodyPr>
          <a:lstStyle/>
          <a:p>
            <a:pPr marL="0" marR="0" lvl="0" indent="0" algn="ctr" rtl="0">
              <a:spcBef>
                <a:spcPts val="0"/>
              </a:spcBef>
              <a:spcAft>
                <a:spcPts val="0"/>
              </a:spcAft>
              <a:buNone/>
            </a:pPr>
            <a:endParaRPr sz="1320">
              <a:solidFill>
                <a:schemeClr val="lt1"/>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Google Shape;227;p2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Method for cleaning and smoothing:</a:t>
            </a:r>
            <a:br>
              <a:rPr lang="en"/>
            </a:br>
            <a:r>
              <a:rPr lang="en"/>
              <a:t>two step procedure based on moving window</a:t>
            </a:r>
            <a:endParaRPr/>
          </a:p>
        </p:txBody>
      </p:sp>
      <p:sp>
        <p:nvSpPr>
          <p:cNvPr id="228" name="Google Shape;228;p28"/>
          <p:cNvSpPr txBox="1"/>
          <p:nvPr/>
        </p:nvSpPr>
        <p:spPr>
          <a:xfrm>
            <a:off x="35150" y="-530225"/>
            <a:ext cx="40359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solidFill>
                  <a:schemeClr val="dk2"/>
                </a:solidFill>
              </a:rPr>
              <a:t>Fabian</a:t>
            </a:r>
            <a:endParaRPr sz="1800">
              <a:solidFill>
                <a:schemeClr val="dk2"/>
              </a:solidFill>
            </a:endParaRPr>
          </a:p>
        </p:txBody>
      </p:sp>
      <p:sp>
        <p:nvSpPr>
          <p:cNvPr id="229" name="Google Shape;229;p28"/>
          <p:cNvSpPr/>
          <p:nvPr/>
        </p:nvSpPr>
        <p:spPr>
          <a:xfrm>
            <a:off x="905200" y="1993525"/>
            <a:ext cx="7407600" cy="1713000"/>
          </a:xfrm>
          <a:prstGeom prst="rect">
            <a:avLst/>
          </a:prstGeom>
          <a:solidFill>
            <a:srgbClr val="BEF2C7">
              <a:alpha val="31760"/>
            </a:srgbClr>
          </a:solidFill>
          <a:ln w="17975" cap="flat" cmpd="sng">
            <a:solidFill>
              <a:srgbClr val="082836"/>
            </a:solidFill>
            <a:prstDash val="solid"/>
            <a:miter lim="800000"/>
            <a:headEnd type="none" w="sm" len="sm"/>
            <a:tailEnd type="none" w="sm" len="sm"/>
          </a:ln>
        </p:spPr>
        <p:txBody>
          <a:bodyPr spcFirstLastPara="1" wrap="square" lIns="64700" tIns="32350" rIns="64700" bIns="32350" anchor="t" anchorCtr="0">
            <a:noAutofit/>
          </a:bodyPr>
          <a:lstStyle/>
          <a:p>
            <a:pPr marL="0" marR="0" lvl="0" indent="0" algn="l" rtl="0">
              <a:spcBef>
                <a:spcPts val="0"/>
              </a:spcBef>
              <a:spcAft>
                <a:spcPts val="0"/>
              </a:spcAft>
              <a:buNone/>
            </a:pPr>
            <a:r>
              <a:rPr lang="en" sz="1320" b="0" i="0" u="none" strike="noStrike" cap="none">
                <a:solidFill>
                  <a:schemeClr val="dk1"/>
                </a:solidFill>
                <a:latin typeface="Arial"/>
                <a:ea typeface="Arial"/>
                <a:cs typeface="Arial"/>
                <a:sym typeface="Arial"/>
              </a:rPr>
              <a:t>7-observation moving window:</a:t>
            </a:r>
            <a:endParaRPr sz="1037"/>
          </a:p>
        </p:txBody>
      </p:sp>
      <p:sp>
        <p:nvSpPr>
          <p:cNvPr id="230" name="Google Shape;230;p28"/>
          <p:cNvSpPr/>
          <p:nvPr/>
        </p:nvSpPr>
        <p:spPr>
          <a:xfrm>
            <a:off x="1625291" y="2352636"/>
            <a:ext cx="631500" cy="631500"/>
          </a:xfrm>
          <a:prstGeom prst="ellipse">
            <a:avLst/>
          </a:prstGeom>
          <a:solidFill>
            <a:schemeClr val="accent1"/>
          </a:solidFill>
          <a:ln w="15425" cap="flat" cmpd="sng">
            <a:solidFill>
              <a:srgbClr val="082836"/>
            </a:solidFill>
            <a:prstDash val="solid"/>
            <a:miter lim="800000"/>
            <a:headEnd type="none" w="sm" len="sm"/>
            <a:tailEnd type="none" w="sm" len="sm"/>
          </a:ln>
        </p:spPr>
        <p:txBody>
          <a:bodyPr spcFirstLastPara="1" wrap="square" lIns="55550" tIns="27775" rIns="55550" bIns="27775" anchor="ctr" anchorCtr="0">
            <a:noAutofit/>
          </a:bodyPr>
          <a:lstStyle/>
          <a:p>
            <a:pPr marL="0" marR="0" lvl="0" indent="0" algn="ctr" rtl="0">
              <a:spcBef>
                <a:spcPts val="0"/>
              </a:spcBef>
              <a:spcAft>
                <a:spcPts val="0"/>
              </a:spcAft>
              <a:buNone/>
            </a:pPr>
            <a:r>
              <a:rPr lang="en" sz="1134">
                <a:solidFill>
                  <a:schemeClr val="lt1"/>
                </a:solidFill>
              </a:rPr>
              <a:t>t-5</a:t>
            </a:r>
            <a:endParaRPr sz="1134">
              <a:solidFill>
                <a:schemeClr val="lt1"/>
              </a:solidFill>
              <a:latin typeface="Arial"/>
              <a:ea typeface="Arial"/>
              <a:cs typeface="Arial"/>
              <a:sym typeface="Arial"/>
            </a:endParaRPr>
          </a:p>
        </p:txBody>
      </p:sp>
      <p:sp>
        <p:nvSpPr>
          <p:cNvPr id="231" name="Google Shape;231;p28"/>
          <p:cNvSpPr/>
          <p:nvPr/>
        </p:nvSpPr>
        <p:spPr>
          <a:xfrm>
            <a:off x="2903384" y="2352664"/>
            <a:ext cx="631500" cy="631500"/>
          </a:xfrm>
          <a:prstGeom prst="ellipse">
            <a:avLst/>
          </a:prstGeom>
          <a:solidFill>
            <a:schemeClr val="accent1"/>
          </a:solidFill>
          <a:ln w="15425" cap="flat" cmpd="sng">
            <a:solidFill>
              <a:srgbClr val="082836"/>
            </a:solidFill>
            <a:prstDash val="solid"/>
            <a:miter lim="800000"/>
            <a:headEnd type="none" w="sm" len="sm"/>
            <a:tailEnd type="none" w="sm" len="sm"/>
          </a:ln>
        </p:spPr>
        <p:txBody>
          <a:bodyPr spcFirstLastPara="1" wrap="square" lIns="55550" tIns="27775" rIns="55550" bIns="27775" anchor="ctr" anchorCtr="0">
            <a:noAutofit/>
          </a:bodyPr>
          <a:lstStyle/>
          <a:p>
            <a:pPr marL="0" marR="0" lvl="0" indent="0" algn="ctr" rtl="0">
              <a:spcBef>
                <a:spcPts val="0"/>
              </a:spcBef>
              <a:spcAft>
                <a:spcPts val="0"/>
              </a:spcAft>
              <a:buNone/>
            </a:pPr>
            <a:r>
              <a:rPr lang="en" sz="1134">
                <a:solidFill>
                  <a:schemeClr val="lt1"/>
                </a:solidFill>
              </a:rPr>
              <a:t>t-4</a:t>
            </a:r>
            <a:endParaRPr sz="1134">
              <a:solidFill>
                <a:schemeClr val="lt1"/>
              </a:solidFill>
              <a:latin typeface="Arial"/>
              <a:ea typeface="Arial"/>
              <a:cs typeface="Arial"/>
              <a:sym typeface="Arial"/>
            </a:endParaRPr>
          </a:p>
        </p:txBody>
      </p:sp>
      <p:sp>
        <p:nvSpPr>
          <p:cNvPr id="232" name="Google Shape;232;p28"/>
          <p:cNvSpPr/>
          <p:nvPr/>
        </p:nvSpPr>
        <p:spPr>
          <a:xfrm>
            <a:off x="4201845" y="2352664"/>
            <a:ext cx="631500" cy="631500"/>
          </a:xfrm>
          <a:prstGeom prst="ellipse">
            <a:avLst/>
          </a:prstGeom>
          <a:solidFill>
            <a:schemeClr val="accent1"/>
          </a:solidFill>
          <a:ln w="15425" cap="flat" cmpd="sng">
            <a:solidFill>
              <a:srgbClr val="082836"/>
            </a:solidFill>
            <a:prstDash val="solid"/>
            <a:miter lim="800000"/>
            <a:headEnd type="none" w="sm" len="sm"/>
            <a:tailEnd type="none" w="sm" len="sm"/>
          </a:ln>
        </p:spPr>
        <p:txBody>
          <a:bodyPr spcFirstLastPara="1" wrap="square" lIns="55550" tIns="27775" rIns="55550" bIns="27775" anchor="ctr" anchorCtr="0">
            <a:noAutofit/>
          </a:bodyPr>
          <a:lstStyle/>
          <a:p>
            <a:pPr marL="0" marR="0" lvl="0" indent="0" algn="ctr" rtl="0">
              <a:spcBef>
                <a:spcPts val="0"/>
              </a:spcBef>
              <a:spcAft>
                <a:spcPts val="0"/>
              </a:spcAft>
              <a:buNone/>
            </a:pPr>
            <a:r>
              <a:rPr lang="en" sz="1134">
                <a:solidFill>
                  <a:schemeClr val="lt1"/>
                </a:solidFill>
              </a:rPr>
              <a:t>t-3</a:t>
            </a:r>
            <a:endParaRPr sz="1134">
              <a:solidFill>
                <a:schemeClr val="lt1"/>
              </a:solidFill>
              <a:latin typeface="Arial"/>
              <a:ea typeface="Arial"/>
              <a:cs typeface="Arial"/>
              <a:sym typeface="Arial"/>
            </a:endParaRPr>
          </a:p>
        </p:txBody>
      </p:sp>
      <p:sp>
        <p:nvSpPr>
          <p:cNvPr id="233" name="Google Shape;233;p28"/>
          <p:cNvSpPr/>
          <p:nvPr/>
        </p:nvSpPr>
        <p:spPr>
          <a:xfrm>
            <a:off x="4851076" y="2352664"/>
            <a:ext cx="631500" cy="631500"/>
          </a:xfrm>
          <a:prstGeom prst="ellipse">
            <a:avLst/>
          </a:prstGeom>
          <a:solidFill>
            <a:schemeClr val="accent1"/>
          </a:solidFill>
          <a:ln w="15425" cap="flat" cmpd="sng">
            <a:solidFill>
              <a:srgbClr val="082836"/>
            </a:solidFill>
            <a:prstDash val="solid"/>
            <a:miter lim="800000"/>
            <a:headEnd type="none" w="sm" len="sm"/>
            <a:tailEnd type="none" w="sm" len="sm"/>
          </a:ln>
        </p:spPr>
        <p:txBody>
          <a:bodyPr spcFirstLastPara="1" wrap="square" lIns="55550" tIns="27775" rIns="55550" bIns="27775" anchor="ctr" anchorCtr="0">
            <a:noAutofit/>
          </a:bodyPr>
          <a:lstStyle/>
          <a:p>
            <a:pPr marL="0" marR="0" lvl="0" indent="0" algn="ctr" rtl="0">
              <a:spcBef>
                <a:spcPts val="0"/>
              </a:spcBef>
              <a:spcAft>
                <a:spcPts val="0"/>
              </a:spcAft>
              <a:buNone/>
            </a:pPr>
            <a:r>
              <a:rPr lang="en" sz="1134">
                <a:solidFill>
                  <a:schemeClr val="lt1"/>
                </a:solidFill>
              </a:rPr>
              <a:t>t-2</a:t>
            </a:r>
            <a:endParaRPr sz="1134">
              <a:solidFill>
                <a:schemeClr val="lt1"/>
              </a:solidFill>
              <a:latin typeface="Arial"/>
              <a:ea typeface="Arial"/>
              <a:cs typeface="Arial"/>
              <a:sym typeface="Arial"/>
            </a:endParaRPr>
          </a:p>
        </p:txBody>
      </p:sp>
      <p:sp>
        <p:nvSpPr>
          <p:cNvPr id="234" name="Google Shape;234;p28"/>
          <p:cNvSpPr/>
          <p:nvPr/>
        </p:nvSpPr>
        <p:spPr>
          <a:xfrm>
            <a:off x="5496240" y="2365981"/>
            <a:ext cx="631500" cy="631500"/>
          </a:xfrm>
          <a:prstGeom prst="ellipse">
            <a:avLst/>
          </a:prstGeom>
          <a:solidFill>
            <a:schemeClr val="accent1"/>
          </a:solidFill>
          <a:ln w="15425" cap="flat" cmpd="sng">
            <a:solidFill>
              <a:srgbClr val="082836"/>
            </a:solidFill>
            <a:prstDash val="solid"/>
            <a:miter lim="800000"/>
            <a:headEnd type="none" w="sm" len="sm"/>
            <a:tailEnd type="none" w="sm" len="sm"/>
          </a:ln>
        </p:spPr>
        <p:txBody>
          <a:bodyPr spcFirstLastPara="1" wrap="square" lIns="55550" tIns="27775" rIns="55550" bIns="27775" anchor="ctr" anchorCtr="0">
            <a:noAutofit/>
          </a:bodyPr>
          <a:lstStyle/>
          <a:p>
            <a:pPr marL="0" marR="0" lvl="0" indent="0" algn="ctr" rtl="0">
              <a:spcBef>
                <a:spcPts val="0"/>
              </a:spcBef>
              <a:spcAft>
                <a:spcPts val="0"/>
              </a:spcAft>
              <a:buNone/>
            </a:pPr>
            <a:r>
              <a:rPr lang="en" sz="1134">
                <a:solidFill>
                  <a:schemeClr val="lt1"/>
                </a:solidFill>
              </a:rPr>
              <a:t>t-1</a:t>
            </a:r>
            <a:endParaRPr sz="1134">
              <a:solidFill>
                <a:schemeClr val="lt1"/>
              </a:solidFill>
              <a:latin typeface="Arial"/>
              <a:ea typeface="Arial"/>
              <a:cs typeface="Arial"/>
              <a:sym typeface="Arial"/>
            </a:endParaRPr>
          </a:p>
        </p:txBody>
      </p:sp>
      <p:sp>
        <p:nvSpPr>
          <p:cNvPr id="235" name="Google Shape;235;p28"/>
          <p:cNvSpPr/>
          <p:nvPr/>
        </p:nvSpPr>
        <p:spPr>
          <a:xfrm>
            <a:off x="7443931" y="2352664"/>
            <a:ext cx="631500" cy="631500"/>
          </a:xfrm>
          <a:prstGeom prst="ellipse">
            <a:avLst/>
          </a:prstGeom>
          <a:solidFill>
            <a:schemeClr val="accent1"/>
          </a:solidFill>
          <a:ln w="15425" cap="flat" cmpd="sng">
            <a:solidFill>
              <a:srgbClr val="082836"/>
            </a:solidFill>
            <a:prstDash val="solid"/>
            <a:miter lim="800000"/>
            <a:headEnd type="none" w="sm" len="sm"/>
            <a:tailEnd type="none" w="sm" len="sm"/>
          </a:ln>
        </p:spPr>
        <p:txBody>
          <a:bodyPr spcFirstLastPara="1" wrap="square" lIns="55550" tIns="27775" rIns="55550" bIns="27775" anchor="ctr" anchorCtr="0">
            <a:noAutofit/>
          </a:bodyPr>
          <a:lstStyle/>
          <a:p>
            <a:pPr marL="0" marR="0" lvl="0" indent="0" algn="ctr" rtl="0">
              <a:spcBef>
                <a:spcPts val="0"/>
              </a:spcBef>
              <a:spcAft>
                <a:spcPts val="0"/>
              </a:spcAft>
              <a:buNone/>
            </a:pPr>
            <a:r>
              <a:rPr lang="en" sz="1134">
                <a:solidFill>
                  <a:schemeClr val="lt1"/>
                </a:solidFill>
              </a:rPr>
              <a:t>t0</a:t>
            </a:r>
            <a:endParaRPr sz="1134">
              <a:solidFill>
                <a:schemeClr val="lt1"/>
              </a:solidFill>
              <a:latin typeface="Arial"/>
              <a:ea typeface="Arial"/>
              <a:cs typeface="Arial"/>
              <a:sym typeface="Arial"/>
            </a:endParaRPr>
          </a:p>
        </p:txBody>
      </p:sp>
      <p:sp>
        <p:nvSpPr>
          <p:cNvPr id="236" name="Google Shape;236;p28"/>
          <p:cNvSpPr/>
          <p:nvPr/>
        </p:nvSpPr>
        <p:spPr>
          <a:xfrm>
            <a:off x="976061" y="2352636"/>
            <a:ext cx="631500" cy="631500"/>
          </a:xfrm>
          <a:prstGeom prst="ellipse">
            <a:avLst/>
          </a:prstGeom>
          <a:solidFill>
            <a:schemeClr val="accent1"/>
          </a:solidFill>
          <a:ln w="15425" cap="flat" cmpd="sng">
            <a:solidFill>
              <a:srgbClr val="082836"/>
            </a:solidFill>
            <a:prstDash val="solid"/>
            <a:miter lim="800000"/>
            <a:headEnd type="none" w="sm" len="sm"/>
            <a:tailEnd type="none" w="sm" len="sm"/>
          </a:ln>
        </p:spPr>
        <p:txBody>
          <a:bodyPr spcFirstLastPara="1" wrap="square" lIns="55550" tIns="27775" rIns="55550" bIns="27775" anchor="ctr" anchorCtr="0">
            <a:noAutofit/>
          </a:bodyPr>
          <a:lstStyle/>
          <a:p>
            <a:pPr marL="0" marR="0" lvl="0" indent="0" algn="ctr" rtl="0">
              <a:spcBef>
                <a:spcPts val="0"/>
              </a:spcBef>
              <a:spcAft>
                <a:spcPts val="0"/>
              </a:spcAft>
              <a:buNone/>
            </a:pPr>
            <a:r>
              <a:rPr lang="en" sz="1134">
                <a:solidFill>
                  <a:schemeClr val="lt1"/>
                </a:solidFill>
              </a:rPr>
              <a:t>t-6</a:t>
            </a:r>
            <a:endParaRPr sz="1134">
              <a:solidFill>
                <a:schemeClr val="lt1"/>
              </a:solidFill>
              <a:latin typeface="Arial"/>
              <a:ea typeface="Arial"/>
              <a:cs typeface="Arial"/>
              <a:sym typeface="Arial"/>
            </a:endParaRPr>
          </a:p>
        </p:txBody>
      </p:sp>
      <p:sp>
        <p:nvSpPr>
          <p:cNvPr id="237" name="Google Shape;237;p28"/>
          <p:cNvSpPr/>
          <p:nvPr/>
        </p:nvSpPr>
        <p:spPr>
          <a:xfrm>
            <a:off x="6145470" y="2352664"/>
            <a:ext cx="631500" cy="631500"/>
          </a:xfrm>
          <a:prstGeom prst="ellipse">
            <a:avLst/>
          </a:prstGeom>
          <a:noFill/>
          <a:ln w="15425" cap="flat" cmpd="sng">
            <a:solidFill>
              <a:srgbClr val="082836"/>
            </a:solidFill>
            <a:prstDash val="dash"/>
            <a:miter lim="800000"/>
            <a:headEnd type="none" w="sm" len="sm"/>
            <a:tailEnd type="none" w="sm" len="sm"/>
          </a:ln>
        </p:spPr>
        <p:txBody>
          <a:bodyPr spcFirstLastPara="1" wrap="square" lIns="55550" tIns="27775" rIns="55550" bIns="27775" anchor="ctr" anchorCtr="0">
            <a:noAutofit/>
          </a:bodyPr>
          <a:lstStyle/>
          <a:p>
            <a:pPr marL="0" marR="0" lvl="0" indent="0" algn="ctr" rtl="0">
              <a:spcBef>
                <a:spcPts val="0"/>
              </a:spcBef>
              <a:spcAft>
                <a:spcPts val="0"/>
              </a:spcAft>
              <a:buNone/>
            </a:pPr>
            <a:r>
              <a:rPr lang="en" sz="1701">
                <a:solidFill>
                  <a:schemeClr val="dk1"/>
                </a:solidFill>
                <a:latin typeface="Arial"/>
                <a:ea typeface="Arial"/>
                <a:cs typeface="Arial"/>
                <a:sym typeface="Arial"/>
              </a:rPr>
              <a:t>L1</a:t>
            </a:r>
            <a:endParaRPr sz="891"/>
          </a:p>
        </p:txBody>
      </p:sp>
      <p:sp>
        <p:nvSpPr>
          <p:cNvPr id="238" name="Google Shape;238;p28"/>
          <p:cNvSpPr/>
          <p:nvPr/>
        </p:nvSpPr>
        <p:spPr>
          <a:xfrm>
            <a:off x="6794700" y="2343150"/>
            <a:ext cx="631500" cy="631500"/>
          </a:xfrm>
          <a:prstGeom prst="ellipse">
            <a:avLst/>
          </a:prstGeom>
          <a:noFill/>
          <a:ln w="15425" cap="flat" cmpd="sng">
            <a:solidFill>
              <a:srgbClr val="082836"/>
            </a:solidFill>
            <a:prstDash val="dash"/>
            <a:miter lim="800000"/>
            <a:headEnd type="none" w="sm" len="sm"/>
            <a:tailEnd type="none" w="sm" len="sm"/>
          </a:ln>
        </p:spPr>
        <p:txBody>
          <a:bodyPr spcFirstLastPara="1" wrap="square" lIns="55550" tIns="27775" rIns="55550" bIns="27775" anchor="ctr" anchorCtr="0">
            <a:noAutofit/>
          </a:bodyPr>
          <a:lstStyle/>
          <a:p>
            <a:pPr marL="0" marR="0" lvl="0" indent="0" algn="ctr" rtl="0">
              <a:spcBef>
                <a:spcPts val="0"/>
              </a:spcBef>
              <a:spcAft>
                <a:spcPts val="0"/>
              </a:spcAft>
              <a:buNone/>
            </a:pPr>
            <a:r>
              <a:rPr lang="en" sz="1701">
                <a:solidFill>
                  <a:schemeClr val="dk1"/>
                </a:solidFill>
                <a:latin typeface="Arial"/>
                <a:ea typeface="Arial"/>
                <a:cs typeface="Arial"/>
                <a:sym typeface="Arial"/>
              </a:rPr>
              <a:t>L1</a:t>
            </a:r>
            <a:endParaRPr sz="891"/>
          </a:p>
        </p:txBody>
      </p:sp>
      <p:sp>
        <p:nvSpPr>
          <p:cNvPr id="239" name="Google Shape;239;p28"/>
          <p:cNvSpPr/>
          <p:nvPr/>
        </p:nvSpPr>
        <p:spPr>
          <a:xfrm>
            <a:off x="3552615" y="2343150"/>
            <a:ext cx="631500" cy="631500"/>
          </a:xfrm>
          <a:prstGeom prst="ellipse">
            <a:avLst/>
          </a:prstGeom>
          <a:noFill/>
          <a:ln w="15425" cap="flat" cmpd="sng">
            <a:solidFill>
              <a:srgbClr val="082836"/>
            </a:solidFill>
            <a:prstDash val="dash"/>
            <a:miter lim="800000"/>
            <a:headEnd type="none" w="sm" len="sm"/>
            <a:tailEnd type="none" w="sm" len="sm"/>
          </a:ln>
        </p:spPr>
        <p:txBody>
          <a:bodyPr spcFirstLastPara="1" wrap="square" lIns="55550" tIns="27775" rIns="55550" bIns="27775" anchor="ctr" anchorCtr="0">
            <a:noAutofit/>
          </a:bodyPr>
          <a:lstStyle/>
          <a:p>
            <a:pPr marL="0" marR="0" lvl="0" indent="0" algn="ctr" rtl="0">
              <a:spcBef>
                <a:spcPts val="0"/>
              </a:spcBef>
              <a:spcAft>
                <a:spcPts val="0"/>
              </a:spcAft>
              <a:buNone/>
            </a:pPr>
            <a:r>
              <a:rPr lang="en" sz="1701">
                <a:solidFill>
                  <a:schemeClr val="dk1"/>
                </a:solidFill>
                <a:latin typeface="Arial"/>
                <a:ea typeface="Arial"/>
                <a:cs typeface="Arial"/>
                <a:sym typeface="Arial"/>
              </a:rPr>
              <a:t>L2</a:t>
            </a:r>
            <a:endParaRPr sz="891"/>
          </a:p>
        </p:txBody>
      </p:sp>
      <p:sp>
        <p:nvSpPr>
          <p:cNvPr id="240" name="Google Shape;240;p28"/>
          <p:cNvSpPr txBox="1"/>
          <p:nvPr/>
        </p:nvSpPr>
        <p:spPr>
          <a:xfrm>
            <a:off x="311700" y="4341143"/>
            <a:ext cx="1923900" cy="471900"/>
          </a:xfrm>
          <a:prstGeom prst="rect">
            <a:avLst/>
          </a:prstGeom>
          <a:noFill/>
          <a:ln>
            <a:noFill/>
          </a:ln>
        </p:spPr>
        <p:txBody>
          <a:bodyPr spcFirstLastPara="1" wrap="square" lIns="64700" tIns="32350" rIns="64700" bIns="32350" anchor="t" anchorCtr="0">
            <a:spAutoFit/>
          </a:bodyPr>
          <a:lstStyle/>
          <a:p>
            <a:pPr marL="0" marR="0" lvl="0" indent="0" algn="l" rtl="0">
              <a:spcBef>
                <a:spcPts val="0"/>
              </a:spcBef>
              <a:spcAft>
                <a:spcPts val="0"/>
              </a:spcAft>
              <a:buNone/>
            </a:pPr>
            <a:r>
              <a:rPr lang="en" sz="1320">
                <a:solidFill>
                  <a:schemeClr val="dk1"/>
                </a:solidFill>
                <a:latin typeface="Arial"/>
                <a:ea typeface="Arial"/>
                <a:cs typeface="Arial"/>
                <a:sym typeface="Arial"/>
              </a:rPr>
              <a:t>Last known observations:</a:t>
            </a:r>
            <a:endParaRPr sz="1037"/>
          </a:p>
        </p:txBody>
      </p:sp>
      <p:sp>
        <p:nvSpPr>
          <p:cNvPr id="241" name="Google Shape;241;p28"/>
          <p:cNvSpPr txBox="1"/>
          <p:nvPr/>
        </p:nvSpPr>
        <p:spPr>
          <a:xfrm>
            <a:off x="3295527" y="3160823"/>
            <a:ext cx="1293000" cy="471900"/>
          </a:xfrm>
          <a:prstGeom prst="rect">
            <a:avLst/>
          </a:prstGeom>
          <a:noFill/>
          <a:ln>
            <a:noFill/>
          </a:ln>
        </p:spPr>
        <p:txBody>
          <a:bodyPr spcFirstLastPara="1" wrap="square" lIns="64700" tIns="32350" rIns="64700" bIns="32350" anchor="t" anchorCtr="0">
            <a:spAutoFit/>
          </a:bodyPr>
          <a:lstStyle/>
          <a:p>
            <a:pPr marL="0" marR="0" lvl="0" indent="0" algn="ctr" rtl="0">
              <a:spcBef>
                <a:spcPts val="0"/>
              </a:spcBef>
              <a:spcAft>
                <a:spcPts val="0"/>
              </a:spcAft>
              <a:buNone/>
            </a:pPr>
            <a:r>
              <a:rPr lang="en" sz="1320">
                <a:solidFill>
                  <a:schemeClr val="dk1"/>
                </a:solidFill>
                <a:latin typeface="Arial"/>
                <a:ea typeface="Arial"/>
                <a:cs typeface="Arial"/>
                <a:sym typeface="Arial"/>
              </a:rPr>
              <a:t>LOESS </a:t>
            </a:r>
            <a:br>
              <a:rPr lang="en" sz="1320">
                <a:solidFill>
                  <a:schemeClr val="dk1"/>
                </a:solidFill>
                <a:latin typeface="Arial"/>
                <a:ea typeface="Arial"/>
                <a:cs typeface="Arial"/>
                <a:sym typeface="Arial"/>
              </a:rPr>
            </a:br>
            <a:r>
              <a:rPr lang="en" sz="1320">
                <a:solidFill>
                  <a:schemeClr val="dk1"/>
                </a:solidFill>
                <a:latin typeface="Arial"/>
                <a:ea typeface="Arial"/>
                <a:cs typeface="Arial"/>
                <a:sym typeface="Arial"/>
              </a:rPr>
              <a:t>interpolation</a:t>
            </a:r>
            <a:endParaRPr sz="1037"/>
          </a:p>
        </p:txBody>
      </p:sp>
      <p:sp>
        <p:nvSpPr>
          <p:cNvPr id="242" name="Google Shape;242;p28"/>
          <p:cNvSpPr txBox="1"/>
          <p:nvPr/>
        </p:nvSpPr>
        <p:spPr>
          <a:xfrm>
            <a:off x="6232024" y="3099325"/>
            <a:ext cx="1293000" cy="471900"/>
          </a:xfrm>
          <a:prstGeom prst="rect">
            <a:avLst/>
          </a:prstGeom>
          <a:noFill/>
          <a:ln>
            <a:noFill/>
          </a:ln>
        </p:spPr>
        <p:txBody>
          <a:bodyPr spcFirstLastPara="1" wrap="square" lIns="64700" tIns="32350" rIns="64700" bIns="32350" anchor="t" anchorCtr="0">
            <a:spAutoFit/>
          </a:bodyPr>
          <a:lstStyle/>
          <a:p>
            <a:pPr marL="0" marR="0" lvl="0" indent="0" algn="ctr" rtl="0">
              <a:spcBef>
                <a:spcPts val="0"/>
              </a:spcBef>
              <a:spcAft>
                <a:spcPts val="0"/>
              </a:spcAft>
              <a:buNone/>
            </a:pPr>
            <a:r>
              <a:rPr lang="en" sz="1320">
                <a:solidFill>
                  <a:schemeClr val="dk1"/>
                </a:solidFill>
                <a:latin typeface="Arial"/>
                <a:ea typeface="Arial"/>
                <a:cs typeface="Arial"/>
                <a:sym typeface="Arial"/>
              </a:rPr>
              <a:t>Linear</a:t>
            </a:r>
            <a:br>
              <a:rPr lang="en" sz="1320">
                <a:solidFill>
                  <a:schemeClr val="dk1"/>
                </a:solidFill>
                <a:latin typeface="Arial"/>
                <a:ea typeface="Arial"/>
                <a:cs typeface="Arial"/>
                <a:sym typeface="Arial"/>
              </a:rPr>
            </a:br>
            <a:r>
              <a:rPr lang="en" sz="1320">
                <a:solidFill>
                  <a:schemeClr val="dk1"/>
                </a:solidFill>
                <a:latin typeface="Arial"/>
                <a:ea typeface="Arial"/>
                <a:cs typeface="Arial"/>
                <a:sym typeface="Arial"/>
              </a:rPr>
              <a:t>interpolation</a:t>
            </a:r>
            <a:endParaRPr sz="1037"/>
          </a:p>
        </p:txBody>
      </p:sp>
      <p:sp>
        <p:nvSpPr>
          <p:cNvPr id="243" name="Google Shape;243;p28"/>
          <p:cNvSpPr/>
          <p:nvPr/>
        </p:nvSpPr>
        <p:spPr>
          <a:xfrm>
            <a:off x="1518917" y="4355560"/>
            <a:ext cx="457500" cy="457500"/>
          </a:xfrm>
          <a:prstGeom prst="ellipse">
            <a:avLst/>
          </a:prstGeom>
          <a:solidFill>
            <a:schemeClr val="accent1"/>
          </a:solidFill>
          <a:ln w="17975" cap="flat" cmpd="sng">
            <a:solidFill>
              <a:srgbClr val="082836"/>
            </a:solidFill>
            <a:prstDash val="solid"/>
            <a:miter lim="800000"/>
            <a:headEnd type="none" w="sm" len="sm"/>
            <a:tailEnd type="none" w="sm" len="sm"/>
          </a:ln>
        </p:spPr>
        <p:txBody>
          <a:bodyPr spcFirstLastPara="1" wrap="square" lIns="64700" tIns="32350" rIns="64700" bIns="32350" anchor="ctr" anchorCtr="0">
            <a:noAutofit/>
          </a:bodyPr>
          <a:lstStyle/>
          <a:p>
            <a:pPr marL="0" marR="0" lvl="0" indent="0" algn="ctr" rtl="0">
              <a:spcBef>
                <a:spcPts val="0"/>
              </a:spcBef>
              <a:spcAft>
                <a:spcPts val="0"/>
              </a:spcAft>
              <a:buNone/>
            </a:pPr>
            <a:endParaRPr sz="1320">
              <a:solidFill>
                <a:schemeClr val="lt1"/>
              </a:solidFill>
              <a:latin typeface="Arial"/>
              <a:ea typeface="Arial"/>
              <a:cs typeface="Arial"/>
              <a:sym typeface="Arial"/>
            </a:endParaRPr>
          </a:p>
        </p:txBody>
      </p:sp>
      <p:sp>
        <p:nvSpPr>
          <p:cNvPr id="244" name="Google Shape;244;p28"/>
          <p:cNvSpPr/>
          <p:nvPr/>
        </p:nvSpPr>
        <p:spPr>
          <a:xfrm>
            <a:off x="2264327" y="2365975"/>
            <a:ext cx="631500" cy="631500"/>
          </a:xfrm>
          <a:prstGeom prst="ellipse">
            <a:avLst/>
          </a:prstGeom>
          <a:solidFill>
            <a:schemeClr val="dk1"/>
          </a:solidFill>
          <a:ln w="15425" cap="flat" cmpd="sng">
            <a:solidFill>
              <a:srgbClr val="082836"/>
            </a:solidFill>
            <a:prstDash val="solid"/>
            <a:miter lim="800000"/>
            <a:headEnd type="none" w="sm" len="sm"/>
            <a:tailEnd type="none" w="sm" len="sm"/>
          </a:ln>
        </p:spPr>
        <p:txBody>
          <a:bodyPr spcFirstLastPara="1" wrap="square" lIns="55550" tIns="27775" rIns="55550" bIns="27775" anchor="ctr" anchorCtr="0">
            <a:noAutofit/>
          </a:bodyPr>
          <a:lstStyle/>
          <a:p>
            <a:pPr marL="0" marR="0" lvl="0" indent="0" algn="ctr" rtl="0">
              <a:spcBef>
                <a:spcPts val="0"/>
              </a:spcBef>
              <a:spcAft>
                <a:spcPts val="0"/>
              </a:spcAft>
              <a:buNone/>
            </a:pPr>
            <a:r>
              <a:rPr lang="en" sz="1100">
                <a:solidFill>
                  <a:schemeClr val="lt1"/>
                </a:solidFill>
                <a:latin typeface="Arial"/>
                <a:ea typeface="Arial"/>
                <a:cs typeface="Arial"/>
                <a:sym typeface="Arial"/>
              </a:rPr>
              <a:t>L2</a:t>
            </a:r>
            <a:endParaRPr sz="1100">
              <a:solidFill>
                <a:schemeClr val="lt1"/>
              </a:solidFill>
            </a:endParaRPr>
          </a:p>
        </p:txBody>
      </p:sp>
      <p:sp>
        <p:nvSpPr>
          <p:cNvPr id="245" name="Google Shape;245;p28"/>
          <p:cNvSpPr txBox="1"/>
          <p:nvPr/>
        </p:nvSpPr>
        <p:spPr>
          <a:xfrm>
            <a:off x="2386575" y="4348343"/>
            <a:ext cx="1923900" cy="471900"/>
          </a:xfrm>
          <a:prstGeom prst="rect">
            <a:avLst/>
          </a:prstGeom>
          <a:noFill/>
          <a:ln>
            <a:noFill/>
          </a:ln>
        </p:spPr>
        <p:txBody>
          <a:bodyPr spcFirstLastPara="1" wrap="square" lIns="64700" tIns="32350" rIns="64700" bIns="32350" anchor="t" anchorCtr="0">
            <a:spAutoFit/>
          </a:bodyPr>
          <a:lstStyle/>
          <a:p>
            <a:pPr marL="0" marR="0" lvl="0" indent="0" algn="l" rtl="0">
              <a:spcBef>
                <a:spcPts val="0"/>
              </a:spcBef>
              <a:spcAft>
                <a:spcPts val="0"/>
              </a:spcAft>
              <a:buNone/>
            </a:pPr>
            <a:r>
              <a:rPr lang="en" sz="1320">
                <a:solidFill>
                  <a:schemeClr val="dk1"/>
                </a:solidFill>
              </a:rPr>
              <a:t>Previously</a:t>
            </a:r>
            <a:br>
              <a:rPr lang="en" sz="1320">
                <a:solidFill>
                  <a:schemeClr val="dk1"/>
                </a:solidFill>
              </a:rPr>
            </a:br>
            <a:r>
              <a:rPr lang="en" sz="1320">
                <a:solidFill>
                  <a:schemeClr val="dk1"/>
                </a:solidFill>
              </a:rPr>
              <a:t>smoothed</a:t>
            </a:r>
            <a:endParaRPr sz="1037"/>
          </a:p>
        </p:txBody>
      </p:sp>
      <p:sp>
        <p:nvSpPr>
          <p:cNvPr id="246" name="Google Shape;246;p28"/>
          <p:cNvSpPr/>
          <p:nvPr/>
        </p:nvSpPr>
        <p:spPr>
          <a:xfrm>
            <a:off x="3419692" y="4355560"/>
            <a:ext cx="457500" cy="457500"/>
          </a:xfrm>
          <a:prstGeom prst="ellipse">
            <a:avLst/>
          </a:prstGeom>
          <a:solidFill>
            <a:schemeClr val="dk1"/>
          </a:solidFill>
          <a:ln w="17975" cap="flat" cmpd="sng">
            <a:solidFill>
              <a:srgbClr val="082836"/>
            </a:solidFill>
            <a:prstDash val="solid"/>
            <a:miter lim="800000"/>
            <a:headEnd type="none" w="sm" len="sm"/>
            <a:tailEnd type="none" w="sm" len="sm"/>
          </a:ln>
        </p:spPr>
        <p:txBody>
          <a:bodyPr spcFirstLastPara="1" wrap="square" lIns="64700" tIns="32350" rIns="64700" bIns="32350" anchor="ctr" anchorCtr="0">
            <a:noAutofit/>
          </a:bodyPr>
          <a:lstStyle/>
          <a:p>
            <a:pPr marL="0" marR="0" lvl="0" indent="0" algn="ctr" rtl="0">
              <a:spcBef>
                <a:spcPts val="0"/>
              </a:spcBef>
              <a:spcAft>
                <a:spcPts val="0"/>
              </a:spcAft>
              <a:buNone/>
            </a:pPr>
            <a:endParaRPr sz="1320">
              <a:solidFill>
                <a:schemeClr val="lt1"/>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grpSp>
        <p:nvGrpSpPr>
          <p:cNvPr id="28" name="Group 27">
            <a:extLst>
              <a:ext uri="{FF2B5EF4-FFF2-40B4-BE49-F238E27FC236}">
                <a16:creationId xmlns:a16="http://schemas.microsoft.com/office/drawing/2014/main" id="{4AAB3033-B8A7-B0C8-8F32-AE4FA9F21B2F}"/>
              </a:ext>
            </a:extLst>
          </p:cNvPr>
          <p:cNvGrpSpPr/>
          <p:nvPr/>
        </p:nvGrpSpPr>
        <p:grpSpPr>
          <a:xfrm>
            <a:off x="2019743" y="4272443"/>
            <a:ext cx="1598260" cy="674729"/>
            <a:chOff x="213665" y="4283863"/>
            <a:chExt cx="1598260" cy="674729"/>
          </a:xfrm>
        </p:grpSpPr>
        <p:sp>
          <p:nvSpPr>
            <p:cNvPr id="216" name="Google Shape;216;p27"/>
            <p:cNvSpPr txBox="1"/>
            <p:nvPr/>
          </p:nvSpPr>
          <p:spPr>
            <a:xfrm>
              <a:off x="671165" y="4283863"/>
              <a:ext cx="1140760" cy="674729"/>
            </a:xfrm>
            <a:prstGeom prst="rect">
              <a:avLst/>
            </a:prstGeom>
            <a:noFill/>
            <a:ln>
              <a:noFill/>
            </a:ln>
          </p:spPr>
          <p:txBody>
            <a:bodyPr spcFirstLastPara="1" wrap="square" lIns="64700" tIns="32350" rIns="64700" bIns="32350" anchor="t" anchorCtr="0">
              <a:spAutoFit/>
            </a:bodyPr>
            <a:lstStyle/>
            <a:p>
              <a:pPr marL="0" marR="0" lvl="0" indent="0" algn="l" rtl="0">
                <a:spcBef>
                  <a:spcPts val="0"/>
                </a:spcBef>
                <a:spcAft>
                  <a:spcPts val="0"/>
                </a:spcAft>
                <a:buNone/>
              </a:pPr>
              <a:r>
                <a:rPr lang="en" sz="1320" dirty="0">
                  <a:solidFill>
                    <a:schemeClr val="dk1"/>
                  </a:solidFill>
                  <a:latin typeface="Arial"/>
                  <a:ea typeface="Arial"/>
                  <a:cs typeface="Arial"/>
                  <a:sym typeface="Arial"/>
                </a:rPr>
                <a:t>Last </a:t>
              </a:r>
            </a:p>
            <a:p>
              <a:pPr marL="0" marR="0" lvl="0" indent="0" algn="l" rtl="0">
                <a:spcBef>
                  <a:spcPts val="0"/>
                </a:spcBef>
                <a:spcAft>
                  <a:spcPts val="0"/>
                </a:spcAft>
                <a:buNone/>
              </a:pPr>
              <a:r>
                <a:rPr lang="en" sz="1320" dirty="0">
                  <a:solidFill>
                    <a:schemeClr val="dk1"/>
                  </a:solidFill>
                  <a:latin typeface="Arial"/>
                  <a:ea typeface="Arial"/>
                  <a:cs typeface="Arial"/>
                  <a:sym typeface="Arial"/>
                </a:rPr>
                <a:t>observations</a:t>
              </a:r>
            </a:p>
            <a:p>
              <a:pPr marL="0" marR="0" lvl="0" indent="0" algn="l" rtl="0">
                <a:spcBef>
                  <a:spcPts val="0"/>
                </a:spcBef>
                <a:spcAft>
                  <a:spcPts val="0"/>
                </a:spcAft>
                <a:buNone/>
              </a:pPr>
              <a:r>
                <a:rPr lang="en" sz="1320" dirty="0">
                  <a:solidFill>
                    <a:schemeClr val="dk1"/>
                  </a:solidFill>
                </a:rPr>
                <a:t>(smoothed)</a:t>
              </a:r>
              <a:endParaRPr sz="1037" dirty="0"/>
            </a:p>
          </p:txBody>
        </p:sp>
        <p:sp>
          <p:nvSpPr>
            <p:cNvPr id="219" name="Google Shape;219;p27"/>
            <p:cNvSpPr/>
            <p:nvPr/>
          </p:nvSpPr>
          <p:spPr>
            <a:xfrm>
              <a:off x="213665" y="4392478"/>
              <a:ext cx="457500" cy="457500"/>
            </a:xfrm>
            <a:prstGeom prst="ellipse">
              <a:avLst/>
            </a:prstGeom>
            <a:solidFill>
              <a:schemeClr val="accent1"/>
            </a:solidFill>
            <a:ln w="17975" cap="flat" cmpd="sng">
              <a:solidFill>
                <a:srgbClr val="082836"/>
              </a:solidFill>
              <a:prstDash val="solid"/>
              <a:miter lim="800000"/>
              <a:headEnd type="none" w="sm" len="sm"/>
              <a:tailEnd type="none" w="sm" len="sm"/>
            </a:ln>
          </p:spPr>
          <p:txBody>
            <a:bodyPr spcFirstLastPara="1" wrap="square" lIns="64700" tIns="32350" rIns="64700" bIns="32350" anchor="ctr" anchorCtr="0">
              <a:noAutofit/>
            </a:bodyPr>
            <a:lstStyle/>
            <a:p>
              <a:pPr marL="0" marR="0" lvl="0" indent="0" algn="ctr" rtl="0">
                <a:spcBef>
                  <a:spcPts val="0"/>
                </a:spcBef>
                <a:spcAft>
                  <a:spcPts val="0"/>
                </a:spcAft>
                <a:buNone/>
              </a:pPr>
              <a:endParaRPr sz="1320">
                <a:solidFill>
                  <a:schemeClr val="lt1"/>
                </a:solidFill>
                <a:latin typeface="Arial"/>
                <a:ea typeface="Arial"/>
                <a:cs typeface="Arial"/>
                <a:sym typeface="Arial"/>
              </a:endParaRPr>
            </a:p>
          </p:txBody>
        </p:sp>
      </p:grpSp>
      <p:grpSp>
        <p:nvGrpSpPr>
          <p:cNvPr id="29" name="Group 28">
            <a:extLst>
              <a:ext uri="{FF2B5EF4-FFF2-40B4-BE49-F238E27FC236}">
                <a16:creationId xmlns:a16="http://schemas.microsoft.com/office/drawing/2014/main" id="{D81739DB-77C9-82AB-462C-AC2AE14AE239}"/>
              </a:ext>
            </a:extLst>
          </p:cNvPr>
          <p:cNvGrpSpPr/>
          <p:nvPr/>
        </p:nvGrpSpPr>
        <p:grpSpPr>
          <a:xfrm>
            <a:off x="3712738" y="4356304"/>
            <a:ext cx="1555790" cy="471597"/>
            <a:chOff x="1917460" y="4348343"/>
            <a:chExt cx="1555790" cy="471597"/>
          </a:xfrm>
        </p:grpSpPr>
        <p:sp>
          <p:nvSpPr>
            <p:cNvPr id="221" name="Google Shape;221;p27"/>
            <p:cNvSpPr txBox="1"/>
            <p:nvPr/>
          </p:nvSpPr>
          <p:spPr>
            <a:xfrm>
              <a:off x="2386575" y="4348343"/>
              <a:ext cx="1086675" cy="471597"/>
            </a:xfrm>
            <a:prstGeom prst="rect">
              <a:avLst/>
            </a:prstGeom>
            <a:noFill/>
            <a:ln>
              <a:noFill/>
            </a:ln>
          </p:spPr>
          <p:txBody>
            <a:bodyPr spcFirstLastPara="1" wrap="square" lIns="64700" tIns="32350" rIns="64700" bIns="32350" anchor="t" anchorCtr="0">
              <a:spAutoFit/>
            </a:bodyPr>
            <a:lstStyle/>
            <a:p>
              <a:pPr marL="0" marR="0" lvl="0" indent="0" algn="l" rtl="0">
                <a:spcBef>
                  <a:spcPts val="0"/>
                </a:spcBef>
                <a:spcAft>
                  <a:spcPts val="0"/>
                </a:spcAft>
                <a:buNone/>
              </a:pPr>
              <a:r>
                <a:rPr lang="en" sz="1320" dirty="0">
                  <a:solidFill>
                    <a:schemeClr val="dk1"/>
                  </a:solidFill>
                </a:rPr>
                <a:t>Previously</a:t>
              </a:r>
              <a:br>
                <a:rPr lang="en" sz="1320" dirty="0">
                  <a:solidFill>
                    <a:schemeClr val="dk1"/>
                  </a:solidFill>
                </a:rPr>
              </a:br>
              <a:r>
                <a:rPr lang="en" sz="1320" dirty="0">
                  <a:solidFill>
                    <a:schemeClr val="dk1"/>
                  </a:solidFill>
                </a:rPr>
                <a:t>interpolated</a:t>
              </a:r>
              <a:endParaRPr sz="1037" dirty="0"/>
            </a:p>
          </p:txBody>
        </p:sp>
        <p:sp>
          <p:nvSpPr>
            <p:cNvPr id="222" name="Google Shape;222;p27"/>
            <p:cNvSpPr/>
            <p:nvPr/>
          </p:nvSpPr>
          <p:spPr>
            <a:xfrm>
              <a:off x="1917460" y="4355560"/>
              <a:ext cx="457500" cy="457500"/>
            </a:xfrm>
            <a:prstGeom prst="ellipse">
              <a:avLst/>
            </a:prstGeom>
            <a:solidFill>
              <a:schemeClr val="dk1"/>
            </a:solidFill>
            <a:ln w="17975" cap="flat" cmpd="sng">
              <a:solidFill>
                <a:srgbClr val="082836"/>
              </a:solidFill>
              <a:prstDash val="solid"/>
              <a:miter lim="800000"/>
              <a:headEnd type="none" w="sm" len="sm"/>
              <a:tailEnd type="none" w="sm" len="sm"/>
            </a:ln>
          </p:spPr>
          <p:txBody>
            <a:bodyPr spcFirstLastPara="1" wrap="square" lIns="64700" tIns="32350" rIns="64700" bIns="32350" anchor="ctr" anchorCtr="0">
              <a:noAutofit/>
            </a:bodyPr>
            <a:lstStyle/>
            <a:p>
              <a:pPr marL="0" marR="0" lvl="0" indent="0" algn="ctr" rtl="0">
                <a:spcBef>
                  <a:spcPts val="0"/>
                </a:spcBef>
                <a:spcAft>
                  <a:spcPts val="0"/>
                </a:spcAft>
                <a:buNone/>
              </a:pPr>
              <a:endParaRPr sz="1320">
                <a:solidFill>
                  <a:schemeClr val="lt1"/>
                </a:solidFill>
                <a:latin typeface="Arial"/>
                <a:ea typeface="Arial"/>
                <a:cs typeface="Arial"/>
                <a:sym typeface="Arial"/>
              </a:endParaRPr>
            </a:p>
          </p:txBody>
        </p:sp>
      </p:grpSp>
      <p:grpSp>
        <p:nvGrpSpPr>
          <p:cNvPr id="26" name="Group 25">
            <a:extLst>
              <a:ext uri="{FF2B5EF4-FFF2-40B4-BE49-F238E27FC236}">
                <a16:creationId xmlns:a16="http://schemas.microsoft.com/office/drawing/2014/main" id="{DE25E9C6-302C-D9E3-0F1F-54469727CA81}"/>
              </a:ext>
            </a:extLst>
          </p:cNvPr>
          <p:cNvGrpSpPr/>
          <p:nvPr/>
        </p:nvGrpSpPr>
        <p:grpSpPr>
          <a:xfrm>
            <a:off x="101817" y="2755842"/>
            <a:ext cx="8940365" cy="1472053"/>
            <a:chOff x="101817" y="2415959"/>
            <a:chExt cx="8940365" cy="1472053"/>
          </a:xfrm>
        </p:grpSpPr>
        <p:sp>
          <p:nvSpPr>
            <p:cNvPr id="204" name="Google Shape;204;p27"/>
            <p:cNvSpPr/>
            <p:nvPr/>
          </p:nvSpPr>
          <p:spPr>
            <a:xfrm>
              <a:off x="101817" y="2415959"/>
              <a:ext cx="8940365" cy="1472053"/>
            </a:xfrm>
            <a:prstGeom prst="rect">
              <a:avLst/>
            </a:prstGeom>
            <a:solidFill>
              <a:srgbClr val="BEF2C7">
                <a:alpha val="31760"/>
              </a:srgbClr>
            </a:solidFill>
            <a:ln w="17975" cap="flat" cmpd="sng">
              <a:solidFill>
                <a:srgbClr val="082836"/>
              </a:solidFill>
              <a:prstDash val="solid"/>
              <a:miter lim="800000"/>
              <a:headEnd type="none" w="sm" len="sm"/>
              <a:tailEnd type="none" w="sm" len="sm"/>
            </a:ln>
          </p:spPr>
          <p:txBody>
            <a:bodyPr spcFirstLastPara="1" wrap="square" lIns="64700" tIns="32350" rIns="64700" bIns="32350" anchor="t" anchorCtr="0">
              <a:noAutofit/>
            </a:bodyPr>
            <a:lstStyle/>
            <a:p>
              <a:pPr marL="0" marR="0" lvl="0" indent="0" algn="l" rtl="0">
                <a:spcBef>
                  <a:spcPts val="0"/>
                </a:spcBef>
                <a:spcAft>
                  <a:spcPts val="0"/>
                </a:spcAft>
                <a:buNone/>
              </a:pPr>
              <a:r>
                <a:rPr lang="en" sz="1320" b="0" i="0" u="none" strike="noStrike" cap="none" dirty="0">
                  <a:solidFill>
                    <a:schemeClr val="dk1"/>
                  </a:solidFill>
                  <a:latin typeface="Arial"/>
                  <a:ea typeface="Arial"/>
                  <a:cs typeface="Arial"/>
                  <a:sym typeface="Arial"/>
                </a:rPr>
                <a:t>7-observation moving window:</a:t>
              </a:r>
              <a:endParaRPr sz="1037" dirty="0"/>
            </a:p>
          </p:txBody>
        </p:sp>
        <p:sp>
          <p:nvSpPr>
            <p:cNvPr id="205" name="Google Shape;205;p27"/>
            <p:cNvSpPr/>
            <p:nvPr/>
          </p:nvSpPr>
          <p:spPr>
            <a:xfrm>
              <a:off x="821909" y="2775070"/>
              <a:ext cx="631500" cy="631500"/>
            </a:xfrm>
            <a:prstGeom prst="ellipse">
              <a:avLst/>
            </a:prstGeom>
            <a:solidFill>
              <a:schemeClr val="accent1"/>
            </a:solidFill>
            <a:ln w="15425" cap="flat" cmpd="sng">
              <a:solidFill>
                <a:srgbClr val="082836"/>
              </a:solidFill>
              <a:prstDash val="solid"/>
              <a:miter lim="800000"/>
              <a:headEnd type="none" w="sm" len="sm"/>
              <a:tailEnd type="none" w="sm" len="sm"/>
            </a:ln>
          </p:spPr>
          <p:txBody>
            <a:bodyPr spcFirstLastPara="1" wrap="square" lIns="55550" tIns="27775" rIns="55550" bIns="27775" anchor="ctr" anchorCtr="0">
              <a:noAutofit/>
            </a:bodyPr>
            <a:lstStyle/>
            <a:p>
              <a:pPr marL="0" marR="0" lvl="0" indent="0" algn="ctr" rtl="0">
                <a:spcBef>
                  <a:spcPts val="0"/>
                </a:spcBef>
                <a:spcAft>
                  <a:spcPts val="0"/>
                </a:spcAft>
                <a:buNone/>
              </a:pPr>
              <a:r>
                <a:rPr lang="en" sz="1134">
                  <a:solidFill>
                    <a:schemeClr val="lt1"/>
                  </a:solidFill>
                </a:rPr>
                <a:t>t-5</a:t>
              </a:r>
              <a:endParaRPr sz="1134">
                <a:solidFill>
                  <a:schemeClr val="lt1"/>
                </a:solidFill>
                <a:latin typeface="Arial"/>
                <a:ea typeface="Arial"/>
                <a:cs typeface="Arial"/>
                <a:sym typeface="Arial"/>
              </a:endParaRPr>
            </a:p>
          </p:txBody>
        </p:sp>
        <p:sp>
          <p:nvSpPr>
            <p:cNvPr id="206" name="Google Shape;206;p27"/>
            <p:cNvSpPr/>
            <p:nvPr/>
          </p:nvSpPr>
          <p:spPr>
            <a:xfrm>
              <a:off x="2100002" y="2775098"/>
              <a:ext cx="631500" cy="631500"/>
            </a:xfrm>
            <a:prstGeom prst="ellipse">
              <a:avLst/>
            </a:prstGeom>
            <a:solidFill>
              <a:schemeClr val="accent1"/>
            </a:solidFill>
            <a:ln w="15425" cap="flat" cmpd="sng">
              <a:solidFill>
                <a:srgbClr val="082836"/>
              </a:solidFill>
              <a:prstDash val="solid"/>
              <a:miter lim="800000"/>
              <a:headEnd type="none" w="sm" len="sm"/>
              <a:tailEnd type="none" w="sm" len="sm"/>
            </a:ln>
          </p:spPr>
          <p:txBody>
            <a:bodyPr spcFirstLastPara="1" wrap="square" lIns="55550" tIns="27775" rIns="55550" bIns="27775" anchor="ctr" anchorCtr="0">
              <a:noAutofit/>
            </a:bodyPr>
            <a:lstStyle/>
            <a:p>
              <a:pPr marL="0" marR="0" lvl="0" indent="0" algn="ctr" rtl="0">
                <a:spcBef>
                  <a:spcPts val="0"/>
                </a:spcBef>
                <a:spcAft>
                  <a:spcPts val="0"/>
                </a:spcAft>
                <a:buNone/>
              </a:pPr>
              <a:r>
                <a:rPr lang="en" sz="1134">
                  <a:solidFill>
                    <a:schemeClr val="lt1"/>
                  </a:solidFill>
                </a:rPr>
                <a:t>t-4</a:t>
              </a:r>
              <a:endParaRPr sz="1134">
                <a:solidFill>
                  <a:schemeClr val="lt1"/>
                </a:solidFill>
                <a:latin typeface="Arial"/>
                <a:ea typeface="Arial"/>
                <a:cs typeface="Arial"/>
                <a:sym typeface="Arial"/>
              </a:endParaRPr>
            </a:p>
          </p:txBody>
        </p:sp>
        <p:sp>
          <p:nvSpPr>
            <p:cNvPr id="207" name="Google Shape;207;p27"/>
            <p:cNvSpPr/>
            <p:nvPr/>
          </p:nvSpPr>
          <p:spPr>
            <a:xfrm>
              <a:off x="3398463" y="2775098"/>
              <a:ext cx="631500" cy="631500"/>
            </a:xfrm>
            <a:prstGeom prst="ellipse">
              <a:avLst/>
            </a:prstGeom>
            <a:solidFill>
              <a:srgbClr val="92D050"/>
            </a:solidFill>
            <a:ln w="15425" cap="flat" cmpd="sng">
              <a:solidFill>
                <a:srgbClr val="082836"/>
              </a:solidFill>
              <a:prstDash val="solid"/>
              <a:miter lim="800000"/>
              <a:headEnd type="none" w="sm" len="sm"/>
              <a:tailEnd type="none" w="sm" len="sm"/>
            </a:ln>
          </p:spPr>
          <p:txBody>
            <a:bodyPr spcFirstLastPara="1" wrap="square" lIns="55550" tIns="27775" rIns="55550" bIns="27775" anchor="ctr" anchorCtr="0">
              <a:noAutofit/>
            </a:bodyPr>
            <a:lstStyle/>
            <a:p>
              <a:pPr marL="0" marR="0" lvl="0" indent="0" algn="ctr" rtl="0">
                <a:spcBef>
                  <a:spcPts val="0"/>
                </a:spcBef>
                <a:spcAft>
                  <a:spcPts val="0"/>
                </a:spcAft>
                <a:buNone/>
              </a:pPr>
              <a:r>
                <a:rPr lang="en" sz="1134" dirty="0">
                  <a:solidFill>
                    <a:schemeClr val="lt1"/>
                  </a:solidFill>
                </a:rPr>
                <a:t>t-3</a:t>
              </a:r>
              <a:endParaRPr sz="1134" dirty="0">
                <a:solidFill>
                  <a:schemeClr val="lt1"/>
                </a:solidFill>
                <a:latin typeface="Arial"/>
                <a:ea typeface="Arial"/>
                <a:cs typeface="Arial"/>
                <a:sym typeface="Arial"/>
              </a:endParaRPr>
            </a:p>
          </p:txBody>
        </p:sp>
        <p:sp>
          <p:nvSpPr>
            <p:cNvPr id="208" name="Google Shape;208;p27"/>
            <p:cNvSpPr/>
            <p:nvPr/>
          </p:nvSpPr>
          <p:spPr>
            <a:xfrm>
              <a:off x="4047694" y="2775098"/>
              <a:ext cx="631500" cy="631500"/>
            </a:xfrm>
            <a:prstGeom prst="ellipse">
              <a:avLst/>
            </a:prstGeom>
            <a:solidFill>
              <a:srgbClr val="92D050"/>
            </a:solidFill>
            <a:ln w="15425" cap="flat" cmpd="sng">
              <a:solidFill>
                <a:srgbClr val="082836"/>
              </a:solidFill>
              <a:prstDash val="solid"/>
              <a:miter lim="800000"/>
              <a:headEnd type="none" w="sm" len="sm"/>
              <a:tailEnd type="none" w="sm" len="sm"/>
            </a:ln>
          </p:spPr>
          <p:txBody>
            <a:bodyPr spcFirstLastPara="1" wrap="square" lIns="55550" tIns="27775" rIns="55550" bIns="27775" anchor="ctr" anchorCtr="0">
              <a:noAutofit/>
            </a:bodyPr>
            <a:lstStyle/>
            <a:p>
              <a:pPr marL="0" marR="0" lvl="0" indent="0" algn="ctr" rtl="0">
                <a:spcBef>
                  <a:spcPts val="0"/>
                </a:spcBef>
                <a:spcAft>
                  <a:spcPts val="0"/>
                </a:spcAft>
                <a:buNone/>
              </a:pPr>
              <a:r>
                <a:rPr lang="en" sz="1134" dirty="0">
                  <a:solidFill>
                    <a:schemeClr val="lt1"/>
                  </a:solidFill>
                </a:rPr>
                <a:t>t-2</a:t>
              </a:r>
              <a:endParaRPr sz="1134" dirty="0">
                <a:solidFill>
                  <a:schemeClr val="lt1"/>
                </a:solidFill>
                <a:latin typeface="Arial"/>
                <a:ea typeface="Arial"/>
                <a:cs typeface="Arial"/>
                <a:sym typeface="Arial"/>
              </a:endParaRPr>
            </a:p>
          </p:txBody>
        </p:sp>
        <p:sp>
          <p:nvSpPr>
            <p:cNvPr id="209" name="Google Shape;209;p27"/>
            <p:cNvSpPr/>
            <p:nvPr/>
          </p:nvSpPr>
          <p:spPr>
            <a:xfrm>
              <a:off x="5346154" y="2788415"/>
              <a:ext cx="631500" cy="631500"/>
            </a:xfrm>
            <a:prstGeom prst="ellipse">
              <a:avLst/>
            </a:prstGeom>
            <a:solidFill>
              <a:srgbClr val="92D050"/>
            </a:solidFill>
            <a:ln w="15425" cap="flat" cmpd="sng">
              <a:solidFill>
                <a:srgbClr val="082836"/>
              </a:solidFill>
              <a:prstDash val="solid"/>
              <a:miter lim="800000"/>
              <a:headEnd type="none" w="sm" len="sm"/>
              <a:tailEnd type="none" w="sm" len="sm"/>
            </a:ln>
          </p:spPr>
          <p:txBody>
            <a:bodyPr spcFirstLastPara="1" wrap="square" lIns="55550" tIns="27775" rIns="55550" bIns="27775" anchor="ctr" anchorCtr="0">
              <a:noAutofit/>
            </a:bodyPr>
            <a:lstStyle/>
            <a:p>
              <a:pPr marL="0" marR="0" lvl="0" indent="0" algn="ctr" rtl="0">
                <a:spcBef>
                  <a:spcPts val="0"/>
                </a:spcBef>
                <a:spcAft>
                  <a:spcPts val="0"/>
                </a:spcAft>
                <a:buNone/>
              </a:pPr>
              <a:r>
                <a:rPr lang="en" sz="1134">
                  <a:solidFill>
                    <a:schemeClr val="lt1"/>
                  </a:solidFill>
                </a:rPr>
                <a:t>t-1</a:t>
              </a:r>
              <a:endParaRPr sz="1134">
                <a:solidFill>
                  <a:schemeClr val="lt1"/>
                </a:solidFill>
                <a:latin typeface="Arial"/>
                <a:ea typeface="Arial"/>
                <a:cs typeface="Arial"/>
                <a:sym typeface="Arial"/>
              </a:endParaRPr>
            </a:p>
          </p:txBody>
        </p:sp>
        <p:sp>
          <p:nvSpPr>
            <p:cNvPr id="210" name="Google Shape;210;p27"/>
            <p:cNvSpPr/>
            <p:nvPr/>
          </p:nvSpPr>
          <p:spPr>
            <a:xfrm>
              <a:off x="7293844" y="2775098"/>
              <a:ext cx="631500" cy="631500"/>
            </a:xfrm>
            <a:prstGeom prst="ellipse">
              <a:avLst/>
            </a:prstGeom>
            <a:solidFill>
              <a:srgbClr val="92D050"/>
            </a:solidFill>
            <a:ln w="15425" cap="flat" cmpd="sng">
              <a:solidFill>
                <a:srgbClr val="082836"/>
              </a:solidFill>
              <a:prstDash val="solid"/>
              <a:miter lim="800000"/>
              <a:headEnd type="none" w="sm" len="sm"/>
              <a:tailEnd type="none" w="sm" len="sm"/>
            </a:ln>
          </p:spPr>
          <p:txBody>
            <a:bodyPr spcFirstLastPara="1" wrap="square" lIns="55550" tIns="27775" rIns="55550" bIns="27775" anchor="ctr" anchorCtr="0">
              <a:noAutofit/>
            </a:bodyPr>
            <a:lstStyle/>
            <a:p>
              <a:pPr marL="0" marR="0" lvl="0" indent="0" algn="ctr" rtl="0">
                <a:spcBef>
                  <a:spcPts val="0"/>
                </a:spcBef>
                <a:spcAft>
                  <a:spcPts val="0"/>
                </a:spcAft>
                <a:buNone/>
              </a:pPr>
              <a:r>
                <a:rPr lang="en" sz="1134">
                  <a:solidFill>
                    <a:schemeClr val="lt1"/>
                  </a:solidFill>
                </a:rPr>
                <a:t>t0</a:t>
              </a:r>
              <a:endParaRPr sz="1134">
                <a:solidFill>
                  <a:schemeClr val="lt1"/>
                </a:solidFill>
                <a:latin typeface="Arial"/>
                <a:ea typeface="Arial"/>
                <a:cs typeface="Arial"/>
                <a:sym typeface="Arial"/>
              </a:endParaRPr>
            </a:p>
          </p:txBody>
        </p:sp>
        <p:sp>
          <p:nvSpPr>
            <p:cNvPr id="211" name="Google Shape;211;p27"/>
            <p:cNvSpPr/>
            <p:nvPr/>
          </p:nvSpPr>
          <p:spPr>
            <a:xfrm>
              <a:off x="172679" y="2775070"/>
              <a:ext cx="631500" cy="631500"/>
            </a:xfrm>
            <a:prstGeom prst="ellipse">
              <a:avLst/>
            </a:prstGeom>
            <a:solidFill>
              <a:schemeClr val="accent1"/>
            </a:solidFill>
            <a:ln w="15425" cap="flat" cmpd="sng">
              <a:solidFill>
                <a:srgbClr val="082836"/>
              </a:solidFill>
              <a:prstDash val="solid"/>
              <a:miter lim="800000"/>
              <a:headEnd type="none" w="sm" len="sm"/>
              <a:tailEnd type="none" w="sm" len="sm"/>
            </a:ln>
          </p:spPr>
          <p:txBody>
            <a:bodyPr spcFirstLastPara="1" wrap="square" lIns="55550" tIns="27775" rIns="55550" bIns="27775" anchor="ctr" anchorCtr="0">
              <a:noAutofit/>
            </a:bodyPr>
            <a:lstStyle/>
            <a:p>
              <a:pPr marL="0" marR="0" lvl="0" indent="0" algn="ctr" rtl="0">
                <a:spcBef>
                  <a:spcPts val="0"/>
                </a:spcBef>
                <a:spcAft>
                  <a:spcPts val="0"/>
                </a:spcAft>
                <a:buNone/>
              </a:pPr>
              <a:r>
                <a:rPr lang="en" sz="1134">
                  <a:solidFill>
                    <a:schemeClr val="lt1"/>
                  </a:solidFill>
                </a:rPr>
                <a:t>t-6</a:t>
              </a:r>
              <a:endParaRPr sz="1134">
                <a:solidFill>
                  <a:schemeClr val="lt1"/>
                </a:solidFill>
                <a:latin typeface="Arial"/>
                <a:ea typeface="Arial"/>
                <a:cs typeface="Arial"/>
                <a:sym typeface="Arial"/>
              </a:endParaRPr>
            </a:p>
          </p:txBody>
        </p:sp>
        <p:sp>
          <p:nvSpPr>
            <p:cNvPr id="212" name="Google Shape;212;p27"/>
            <p:cNvSpPr/>
            <p:nvPr/>
          </p:nvSpPr>
          <p:spPr>
            <a:xfrm>
              <a:off x="5995383" y="2775098"/>
              <a:ext cx="631500" cy="631500"/>
            </a:xfrm>
            <a:prstGeom prst="ellipse">
              <a:avLst/>
            </a:prstGeom>
            <a:noFill/>
            <a:ln w="15425" cap="flat" cmpd="sng">
              <a:solidFill>
                <a:srgbClr val="082836"/>
              </a:solidFill>
              <a:prstDash val="dash"/>
              <a:miter lim="800000"/>
              <a:headEnd type="none" w="sm" len="sm"/>
              <a:tailEnd type="none" w="sm" len="sm"/>
            </a:ln>
          </p:spPr>
          <p:txBody>
            <a:bodyPr spcFirstLastPara="1" wrap="square" lIns="55550" tIns="27775" rIns="55550" bIns="27775" anchor="ctr" anchorCtr="0">
              <a:noAutofit/>
            </a:bodyPr>
            <a:lstStyle/>
            <a:p>
              <a:pPr marL="0" marR="0" lvl="0" indent="0" algn="ctr" rtl="0">
                <a:spcBef>
                  <a:spcPts val="0"/>
                </a:spcBef>
                <a:spcAft>
                  <a:spcPts val="0"/>
                </a:spcAft>
                <a:buNone/>
              </a:pPr>
              <a:r>
                <a:rPr lang="en" sz="1701" dirty="0">
                  <a:solidFill>
                    <a:schemeClr val="dk1"/>
                  </a:solidFill>
                  <a:latin typeface="Arial"/>
                  <a:ea typeface="Arial"/>
                  <a:cs typeface="Arial"/>
                  <a:sym typeface="Arial"/>
                </a:rPr>
                <a:t>L1</a:t>
              </a:r>
              <a:endParaRPr sz="891" dirty="0"/>
            </a:p>
          </p:txBody>
        </p:sp>
        <p:sp>
          <p:nvSpPr>
            <p:cNvPr id="213" name="Google Shape;213;p27"/>
            <p:cNvSpPr/>
            <p:nvPr/>
          </p:nvSpPr>
          <p:spPr>
            <a:xfrm>
              <a:off x="6644613" y="2765584"/>
              <a:ext cx="631500" cy="631500"/>
            </a:xfrm>
            <a:prstGeom prst="ellipse">
              <a:avLst/>
            </a:prstGeom>
            <a:noFill/>
            <a:ln w="15425" cap="flat" cmpd="sng">
              <a:solidFill>
                <a:srgbClr val="082836"/>
              </a:solidFill>
              <a:prstDash val="dash"/>
              <a:miter lim="800000"/>
              <a:headEnd type="none" w="sm" len="sm"/>
              <a:tailEnd type="none" w="sm" len="sm"/>
            </a:ln>
          </p:spPr>
          <p:txBody>
            <a:bodyPr spcFirstLastPara="1" wrap="square" lIns="55550" tIns="27775" rIns="55550" bIns="27775" anchor="ctr" anchorCtr="0">
              <a:noAutofit/>
            </a:bodyPr>
            <a:lstStyle/>
            <a:p>
              <a:pPr marL="0" marR="0" lvl="0" indent="0" algn="ctr" rtl="0">
                <a:spcBef>
                  <a:spcPts val="0"/>
                </a:spcBef>
                <a:spcAft>
                  <a:spcPts val="0"/>
                </a:spcAft>
                <a:buNone/>
              </a:pPr>
              <a:r>
                <a:rPr lang="en" sz="1701">
                  <a:solidFill>
                    <a:schemeClr val="dk1"/>
                  </a:solidFill>
                  <a:latin typeface="Arial"/>
                  <a:ea typeface="Arial"/>
                  <a:cs typeface="Arial"/>
                  <a:sym typeface="Arial"/>
                </a:rPr>
                <a:t>L1</a:t>
              </a:r>
              <a:endParaRPr sz="891"/>
            </a:p>
          </p:txBody>
        </p:sp>
        <p:sp>
          <p:nvSpPr>
            <p:cNvPr id="214" name="Google Shape;214;p27"/>
            <p:cNvSpPr/>
            <p:nvPr/>
          </p:nvSpPr>
          <p:spPr>
            <a:xfrm>
              <a:off x="2749233" y="2765584"/>
              <a:ext cx="631500" cy="631500"/>
            </a:xfrm>
            <a:prstGeom prst="ellipse">
              <a:avLst/>
            </a:prstGeom>
            <a:noFill/>
            <a:ln w="15425" cap="flat" cmpd="sng">
              <a:solidFill>
                <a:srgbClr val="082836"/>
              </a:solidFill>
              <a:prstDash val="dash"/>
              <a:miter lim="800000"/>
              <a:headEnd type="none" w="sm" len="sm"/>
              <a:tailEnd type="none" w="sm" len="sm"/>
            </a:ln>
          </p:spPr>
          <p:txBody>
            <a:bodyPr spcFirstLastPara="1" wrap="square" lIns="55550" tIns="27775" rIns="55550" bIns="27775" anchor="ctr" anchorCtr="0">
              <a:noAutofit/>
            </a:bodyPr>
            <a:lstStyle/>
            <a:p>
              <a:pPr marL="0" marR="0" lvl="0" indent="0" algn="ctr" rtl="0">
                <a:spcBef>
                  <a:spcPts val="0"/>
                </a:spcBef>
                <a:spcAft>
                  <a:spcPts val="0"/>
                </a:spcAft>
                <a:buNone/>
              </a:pPr>
              <a:r>
                <a:rPr lang="en" sz="1701">
                  <a:solidFill>
                    <a:schemeClr val="dk1"/>
                  </a:solidFill>
                  <a:latin typeface="Arial"/>
                  <a:ea typeface="Arial"/>
                  <a:cs typeface="Arial"/>
                  <a:sym typeface="Arial"/>
                </a:rPr>
                <a:t>L2</a:t>
              </a:r>
              <a:endParaRPr sz="891"/>
            </a:p>
          </p:txBody>
        </p:sp>
        <p:sp>
          <p:nvSpPr>
            <p:cNvPr id="215" name="Google Shape;215;p27"/>
            <p:cNvSpPr/>
            <p:nvPr/>
          </p:nvSpPr>
          <p:spPr>
            <a:xfrm>
              <a:off x="4696924" y="2788415"/>
              <a:ext cx="631500" cy="631500"/>
            </a:xfrm>
            <a:prstGeom prst="ellipse">
              <a:avLst/>
            </a:prstGeom>
            <a:noFill/>
            <a:ln w="15425" cap="flat" cmpd="sng">
              <a:solidFill>
                <a:srgbClr val="082836"/>
              </a:solidFill>
              <a:prstDash val="dash"/>
              <a:miter lim="800000"/>
              <a:headEnd type="none" w="sm" len="sm"/>
              <a:tailEnd type="none" w="sm" len="sm"/>
            </a:ln>
          </p:spPr>
          <p:txBody>
            <a:bodyPr spcFirstLastPara="1" wrap="square" lIns="55550" tIns="27775" rIns="55550" bIns="27775" anchor="ctr" anchorCtr="0">
              <a:noAutofit/>
            </a:bodyPr>
            <a:lstStyle/>
            <a:p>
              <a:pPr marL="0" marR="0" lvl="0" indent="0" algn="ctr" rtl="0">
                <a:spcBef>
                  <a:spcPts val="0"/>
                </a:spcBef>
                <a:spcAft>
                  <a:spcPts val="0"/>
                </a:spcAft>
                <a:buNone/>
              </a:pPr>
              <a:r>
                <a:rPr lang="en" sz="1701">
                  <a:solidFill>
                    <a:schemeClr val="dk1"/>
                  </a:solidFill>
                  <a:latin typeface="Arial"/>
                  <a:ea typeface="Arial"/>
                  <a:cs typeface="Arial"/>
                  <a:sym typeface="Arial"/>
                </a:rPr>
                <a:t>-</a:t>
              </a:r>
              <a:endParaRPr sz="891"/>
            </a:p>
          </p:txBody>
        </p:sp>
        <p:sp>
          <p:nvSpPr>
            <p:cNvPr id="217" name="Google Shape;217;p27"/>
            <p:cNvSpPr txBox="1"/>
            <p:nvPr/>
          </p:nvSpPr>
          <p:spPr>
            <a:xfrm>
              <a:off x="2374310" y="3397084"/>
              <a:ext cx="1293000" cy="471597"/>
            </a:xfrm>
            <a:prstGeom prst="rect">
              <a:avLst/>
            </a:prstGeom>
            <a:noFill/>
            <a:ln>
              <a:noFill/>
            </a:ln>
          </p:spPr>
          <p:txBody>
            <a:bodyPr spcFirstLastPara="1" wrap="square" lIns="64700" tIns="32350" rIns="64700" bIns="32350" anchor="t" anchorCtr="0">
              <a:spAutoFit/>
            </a:bodyPr>
            <a:lstStyle/>
            <a:p>
              <a:pPr marL="0" marR="0" lvl="0" indent="0" algn="ctr" rtl="0">
                <a:spcBef>
                  <a:spcPts val="0"/>
                </a:spcBef>
                <a:spcAft>
                  <a:spcPts val="0"/>
                </a:spcAft>
                <a:buNone/>
              </a:pPr>
              <a:r>
                <a:rPr lang="en" sz="1320" dirty="0">
                  <a:solidFill>
                    <a:schemeClr val="dk1"/>
                  </a:solidFill>
                  <a:latin typeface="Arial"/>
                  <a:ea typeface="Arial"/>
                  <a:cs typeface="Arial"/>
                  <a:sym typeface="Arial"/>
                </a:rPr>
                <a:t>Linear</a:t>
              </a:r>
              <a:br>
                <a:rPr lang="en" sz="1320" dirty="0">
                  <a:solidFill>
                    <a:schemeClr val="dk1"/>
                  </a:solidFill>
                  <a:latin typeface="Arial"/>
                  <a:ea typeface="Arial"/>
                  <a:cs typeface="Arial"/>
                  <a:sym typeface="Arial"/>
                </a:rPr>
              </a:br>
              <a:r>
                <a:rPr lang="en" sz="1320" dirty="0">
                  <a:solidFill>
                    <a:schemeClr val="dk1"/>
                  </a:solidFill>
                  <a:latin typeface="Arial"/>
                  <a:ea typeface="Arial"/>
                  <a:cs typeface="Arial"/>
                  <a:sym typeface="Arial"/>
                </a:rPr>
                <a:t>interpolation</a:t>
              </a:r>
              <a:endParaRPr sz="1037" dirty="0"/>
            </a:p>
          </p:txBody>
        </p:sp>
        <p:sp>
          <p:nvSpPr>
            <p:cNvPr id="218" name="Google Shape;218;p27"/>
            <p:cNvSpPr txBox="1"/>
            <p:nvPr/>
          </p:nvSpPr>
          <p:spPr>
            <a:xfrm>
              <a:off x="6000844" y="3416112"/>
              <a:ext cx="1293000" cy="471900"/>
            </a:xfrm>
            <a:prstGeom prst="rect">
              <a:avLst/>
            </a:prstGeom>
            <a:noFill/>
            <a:ln>
              <a:noFill/>
            </a:ln>
          </p:spPr>
          <p:txBody>
            <a:bodyPr spcFirstLastPara="1" wrap="square" lIns="64700" tIns="32350" rIns="64700" bIns="32350" anchor="t" anchorCtr="0">
              <a:spAutoFit/>
            </a:bodyPr>
            <a:lstStyle/>
            <a:p>
              <a:pPr marL="0" marR="0" lvl="0" indent="0" algn="ctr" rtl="0">
                <a:spcBef>
                  <a:spcPts val="0"/>
                </a:spcBef>
                <a:spcAft>
                  <a:spcPts val="0"/>
                </a:spcAft>
                <a:buNone/>
              </a:pPr>
              <a:r>
                <a:rPr lang="en" sz="1320" dirty="0">
                  <a:solidFill>
                    <a:schemeClr val="dk1"/>
                  </a:solidFill>
                  <a:latin typeface="Arial"/>
                  <a:ea typeface="Arial"/>
                  <a:cs typeface="Arial"/>
                  <a:sym typeface="Arial"/>
                </a:rPr>
                <a:t>Linear</a:t>
              </a:r>
              <a:br>
                <a:rPr lang="en" sz="1320" dirty="0">
                  <a:solidFill>
                    <a:schemeClr val="dk1"/>
                  </a:solidFill>
                  <a:latin typeface="Arial"/>
                  <a:ea typeface="Arial"/>
                  <a:cs typeface="Arial"/>
                  <a:sym typeface="Arial"/>
                </a:rPr>
              </a:br>
              <a:r>
                <a:rPr lang="en" sz="1320" dirty="0">
                  <a:solidFill>
                    <a:schemeClr val="dk1"/>
                  </a:solidFill>
                  <a:latin typeface="Arial"/>
                  <a:ea typeface="Arial"/>
                  <a:cs typeface="Arial"/>
                  <a:sym typeface="Arial"/>
                </a:rPr>
                <a:t>interpolation</a:t>
              </a:r>
              <a:endParaRPr sz="1037" dirty="0"/>
            </a:p>
          </p:txBody>
        </p:sp>
        <p:sp>
          <p:nvSpPr>
            <p:cNvPr id="220" name="Google Shape;220;p27"/>
            <p:cNvSpPr/>
            <p:nvPr/>
          </p:nvSpPr>
          <p:spPr>
            <a:xfrm>
              <a:off x="1460945" y="2788409"/>
              <a:ext cx="631500" cy="631500"/>
            </a:xfrm>
            <a:prstGeom prst="ellipse">
              <a:avLst/>
            </a:prstGeom>
            <a:solidFill>
              <a:schemeClr val="dk1"/>
            </a:solidFill>
            <a:ln w="15425" cap="flat" cmpd="sng">
              <a:solidFill>
                <a:srgbClr val="082836"/>
              </a:solidFill>
              <a:prstDash val="solid"/>
              <a:miter lim="800000"/>
              <a:headEnd type="none" w="sm" len="sm"/>
              <a:tailEnd type="none" w="sm" len="sm"/>
            </a:ln>
          </p:spPr>
          <p:txBody>
            <a:bodyPr spcFirstLastPara="1" wrap="square" lIns="55550" tIns="27775" rIns="55550" bIns="27775" anchor="ctr" anchorCtr="0">
              <a:noAutofit/>
            </a:bodyPr>
            <a:lstStyle/>
            <a:p>
              <a:pPr marL="0" marR="0" lvl="0" indent="0" algn="ctr" rtl="0">
                <a:spcBef>
                  <a:spcPts val="0"/>
                </a:spcBef>
                <a:spcAft>
                  <a:spcPts val="0"/>
                </a:spcAft>
                <a:buNone/>
              </a:pPr>
              <a:r>
                <a:rPr lang="en" sz="1100">
                  <a:solidFill>
                    <a:schemeClr val="lt1"/>
                  </a:solidFill>
                  <a:latin typeface="Arial"/>
                  <a:ea typeface="Arial"/>
                  <a:cs typeface="Arial"/>
                  <a:sym typeface="Arial"/>
                </a:rPr>
                <a:t>L2</a:t>
              </a:r>
              <a:endParaRPr sz="1100">
                <a:solidFill>
                  <a:schemeClr val="lt1"/>
                </a:solidFill>
              </a:endParaRPr>
            </a:p>
          </p:txBody>
        </p:sp>
        <p:sp>
          <p:nvSpPr>
            <p:cNvPr id="2" name="Google Shape;215;p27">
              <a:extLst>
                <a:ext uri="{FF2B5EF4-FFF2-40B4-BE49-F238E27FC236}">
                  <a16:creationId xmlns:a16="http://schemas.microsoft.com/office/drawing/2014/main" id="{E6F5F3D8-10D5-CE11-248E-D98706E024F2}"/>
                </a:ext>
              </a:extLst>
            </p:cNvPr>
            <p:cNvSpPr/>
            <p:nvPr/>
          </p:nvSpPr>
          <p:spPr>
            <a:xfrm>
              <a:off x="7925344" y="2765584"/>
              <a:ext cx="631500" cy="631500"/>
            </a:xfrm>
            <a:prstGeom prst="ellipse">
              <a:avLst/>
            </a:prstGeom>
            <a:noFill/>
            <a:ln w="15425" cap="flat" cmpd="sng">
              <a:solidFill>
                <a:srgbClr val="082836"/>
              </a:solidFill>
              <a:prstDash val="dash"/>
              <a:miter lim="800000"/>
              <a:headEnd type="none" w="sm" len="sm"/>
              <a:tailEnd type="none" w="sm" len="sm"/>
            </a:ln>
          </p:spPr>
          <p:txBody>
            <a:bodyPr spcFirstLastPara="1" wrap="square" lIns="55550" tIns="27775" rIns="55550" bIns="27775" anchor="ctr" anchorCtr="0">
              <a:noAutofit/>
            </a:bodyPr>
            <a:lstStyle/>
            <a:p>
              <a:pPr marL="0" marR="0" lvl="0" indent="0" algn="ctr" rtl="0">
                <a:spcBef>
                  <a:spcPts val="0"/>
                </a:spcBef>
                <a:spcAft>
                  <a:spcPts val="0"/>
                </a:spcAft>
                <a:buNone/>
              </a:pPr>
              <a:r>
                <a:rPr lang="en" sz="1701" dirty="0">
                  <a:solidFill>
                    <a:schemeClr val="dk1"/>
                  </a:solidFill>
                  <a:latin typeface="Arial"/>
                  <a:ea typeface="Arial"/>
                  <a:cs typeface="Arial"/>
                  <a:sym typeface="Arial"/>
                </a:rPr>
                <a:t>L0</a:t>
              </a:r>
              <a:endParaRPr sz="891" dirty="0"/>
            </a:p>
          </p:txBody>
        </p:sp>
        <p:sp>
          <p:nvSpPr>
            <p:cNvPr id="3" name="Google Shape;218;p27">
              <a:extLst>
                <a:ext uri="{FF2B5EF4-FFF2-40B4-BE49-F238E27FC236}">
                  <a16:creationId xmlns:a16="http://schemas.microsoft.com/office/drawing/2014/main" id="{E383E8CB-BBFA-CD34-D08D-81B2EC59B791}"/>
                </a:ext>
              </a:extLst>
            </p:cNvPr>
            <p:cNvSpPr txBox="1"/>
            <p:nvPr/>
          </p:nvSpPr>
          <p:spPr>
            <a:xfrm>
              <a:off x="8382403" y="2445312"/>
              <a:ext cx="637917" cy="268464"/>
            </a:xfrm>
            <a:prstGeom prst="rect">
              <a:avLst/>
            </a:prstGeom>
            <a:noFill/>
            <a:ln>
              <a:noFill/>
            </a:ln>
          </p:spPr>
          <p:txBody>
            <a:bodyPr spcFirstLastPara="1" wrap="square" lIns="64700" tIns="32350" rIns="64700" bIns="32350" anchor="t" anchorCtr="0">
              <a:spAutoFit/>
            </a:bodyPr>
            <a:lstStyle/>
            <a:p>
              <a:pPr marL="0" marR="0" lvl="0" indent="0" algn="ctr" rtl="0">
                <a:spcBef>
                  <a:spcPts val="0"/>
                </a:spcBef>
                <a:spcAft>
                  <a:spcPts val="0"/>
                </a:spcAft>
                <a:buNone/>
              </a:pPr>
              <a:r>
                <a:rPr lang="en" sz="1320" dirty="0">
                  <a:solidFill>
                    <a:schemeClr val="dk1"/>
                  </a:solidFill>
                  <a:latin typeface="Arial"/>
                  <a:ea typeface="Arial"/>
                  <a:cs typeface="Arial"/>
                  <a:sym typeface="Arial"/>
                </a:rPr>
                <a:t>Today</a:t>
              </a:r>
              <a:endParaRPr sz="1037" dirty="0"/>
            </a:p>
          </p:txBody>
        </p:sp>
        <p:cxnSp>
          <p:nvCxnSpPr>
            <p:cNvPr id="5" name="Straight Connector 4">
              <a:extLst>
                <a:ext uri="{FF2B5EF4-FFF2-40B4-BE49-F238E27FC236}">
                  <a16:creationId xmlns:a16="http://schemas.microsoft.com/office/drawing/2014/main" id="{2D7FB3B9-9331-A6A0-00E4-32D709376D23}"/>
                </a:ext>
              </a:extLst>
            </p:cNvPr>
            <p:cNvCxnSpPr>
              <a:cxnSpLocks/>
            </p:cNvCxnSpPr>
            <p:nvPr/>
          </p:nvCxnSpPr>
          <p:spPr>
            <a:xfrm>
              <a:off x="8701362" y="2765584"/>
              <a:ext cx="0" cy="631500"/>
            </a:xfrm>
            <a:prstGeom prst="line">
              <a:avLst/>
            </a:prstGeom>
            <a:ln w="38100"/>
          </p:spPr>
          <p:style>
            <a:lnRef idx="1">
              <a:schemeClr val="dk1"/>
            </a:lnRef>
            <a:fillRef idx="0">
              <a:schemeClr val="dk1"/>
            </a:fillRef>
            <a:effectRef idx="0">
              <a:schemeClr val="dk1"/>
            </a:effectRef>
            <a:fontRef idx="minor">
              <a:schemeClr val="tx1"/>
            </a:fontRef>
          </p:style>
        </p:cxnSp>
        <p:sp>
          <p:nvSpPr>
            <p:cNvPr id="311" name="Google Shape;218;p27">
              <a:extLst>
                <a:ext uri="{FF2B5EF4-FFF2-40B4-BE49-F238E27FC236}">
                  <a16:creationId xmlns:a16="http://schemas.microsoft.com/office/drawing/2014/main" id="{0AA65CA5-6F1A-BA23-DA20-0210352823ED}"/>
                </a:ext>
              </a:extLst>
            </p:cNvPr>
            <p:cNvSpPr txBox="1"/>
            <p:nvPr/>
          </p:nvSpPr>
          <p:spPr>
            <a:xfrm>
              <a:off x="2840057" y="2445312"/>
              <a:ext cx="1731944" cy="268464"/>
            </a:xfrm>
            <a:prstGeom prst="rect">
              <a:avLst/>
            </a:prstGeom>
            <a:noFill/>
            <a:ln>
              <a:noFill/>
            </a:ln>
          </p:spPr>
          <p:txBody>
            <a:bodyPr spcFirstLastPara="1" wrap="square" lIns="64700" tIns="32350" rIns="64700" bIns="32350" anchor="t" anchorCtr="0">
              <a:spAutoFit/>
            </a:bodyPr>
            <a:lstStyle/>
            <a:p>
              <a:pPr marL="0" marR="0" lvl="0" indent="0" algn="ctr" rtl="0">
                <a:spcBef>
                  <a:spcPts val="0"/>
                </a:spcBef>
                <a:spcAft>
                  <a:spcPts val="0"/>
                </a:spcAft>
                <a:buNone/>
              </a:pPr>
              <a:r>
                <a:rPr lang="en" sz="1320" dirty="0">
                  <a:solidFill>
                    <a:schemeClr val="dk1"/>
                  </a:solidFill>
                  <a:latin typeface="Arial"/>
                  <a:ea typeface="Arial"/>
                  <a:cs typeface="Arial"/>
                  <a:sym typeface="Arial"/>
                </a:rPr>
                <a:t>Center observation</a:t>
              </a:r>
              <a:endParaRPr sz="1037" dirty="0"/>
            </a:p>
          </p:txBody>
        </p:sp>
        <p:cxnSp>
          <p:nvCxnSpPr>
            <p:cNvPr id="312" name="Straight Connector 311">
              <a:extLst>
                <a:ext uri="{FF2B5EF4-FFF2-40B4-BE49-F238E27FC236}">
                  <a16:creationId xmlns:a16="http://schemas.microsoft.com/office/drawing/2014/main" id="{B8DD048D-11FA-1208-CF8E-332BC3FCB187}"/>
                </a:ext>
              </a:extLst>
            </p:cNvPr>
            <p:cNvCxnSpPr>
              <a:cxnSpLocks/>
            </p:cNvCxnSpPr>
            <p:nvPr/>
          </p:nvCxnSpPr>
          <p:spPr>
            <a:xfrm>
              <a:off x="3706029" y="2697852"/>
              <a:ext cx="0" cy="247332"/>
            </a:xfrm>
            <a:prstGeom prst="line">
              <a:avLst/>
            </a:prstGeom>
            <a:ln w="38100"/>
          </p:spPr>
          <p:style>
            <a:lnRef idx="1">
              <a:schemeClr val="dk1"/>
            </a:lnRef>
            <a:fillRef idx="0">
              <a:schemeClr val="dk1"/>
            </a:fillRef>
            <a:effectRef idx="0">
              <a:schemeClr val="dk1"/>
            </a:effectRef>
            <a:fontRef idx="minor">
              <a:schemeClr val="tx1"/>
            </a:fontRef>
          </p:style>
        </p:cxnSp>
      </p:grpSp>
      <p:grpSp>
        <p:nvGrpSpPr>
          <p:cNvPr id="25" name="Group 24">
            <a:extLst>
              <a:ext uri="{FF2B5EF4-FFF2-40B4-BE49-F238E27FC236}">
                <a16:creationId xmlns:a16="http://schemas.microsoft.com/office/drawing/2014/main" id="{8997ED99-DB6D-6E07-EC01-1DABA9E50526}"/>
              </a:ext>
            </a:extLst>
          </p:cNvPr>
          <p:cNvGrpSpPr/>
          <p:nvPr/>
        </p:nvGrpSpPr>
        <p:grpSpPr>
          <a:xfrm>
            <a:off x="101817" y="658800"/>
            <a:ext cx="8940365" cy="1472053"/>
            <a:chOff x="101817" y="862745"/>
            <a:chExt cx="8940365" cy="1472053"/>
          </a:xfrm>
        </p:grpSpPr>
        <p:sp>
          <p:nvSpPr>
            <p:cNvPr id="7" name="Google Shape;204;p27">
              <a:extLst>
                <a:ext uri="{FF2B5EF4-FFF2-40B4-BE49-F238E27FC236}">
                  <a16:creationId xmlns:a16="http://schemas.microsoft.com/office/drawing/2014/main" id="{3D174F62-8AF5-E2A8-5E1A-B54663CC0670}"/>
                </a:ext>
              </a:extLst>
            </p:cNvPr>
            <p:cNvSpPr/>
            <p:nvPr/>
          </p:nvSpPr>
          <p:spPr>
            <a:xfrm>
              <a:off x="101817" y="862745"/>
              <a:ext cx="8940365" cy="1472053"/>
            </a:xfrm>
            <a:prstGeom prst="rect">
              <a:avLst/>
            </a:prstGeom>
            <a:solidFill>
              <a:srgbClr val="BEF2C7">
                <a:alpha val="31760"/>
              </a:srgbClr>
            </a:solidFill>
            <a:ln w="17975" cap="flat" cmpd="sng">
              <a:solidFill>
                <a:srgbClr val="082836"/>
              </a:solidFill>
              <a:prstDash val="solid"/>
              <a:miter lim="800000"/>
              <a:headEnd type="none" w="sm" len="sm"/>
              <a:tailEnd type="none" w="sm" len="sm"/>
            </a:ln>
          </p:spPr>
          <p:txBody>
            <a:bodyPr spcFirstLastPara="1" wrap="square" lIns="64700" tIns="32350" rIns="64700" bIns="32350" anchor="t" anchorCtr="0">
              <a:noAutofit/>
            </a:bodyPr>
            <a:lstStyle/>
            <a:p>
              <a:pPr marL="0" marR="0" lvl="0" indent="0" algn="l" rtl="0">
                <a:spcBef>
                  <a:spcPts val="0"/>
                </a:spcBef>
                <a:spcAft>
                  <a:spcPts val="0"/>
                </a:spcAft>
                <a:buNone/>
              </a:pPr>
              <a:r>
                <a:rPr lang="en" sz="1320" b="0" i="0" u="none" strike="noStrike" cap="none" dirty="0">
                  <a:solidFill>
                    <a:schemeClr val="dk1"/>
                  </a:solidFill>
                  <a:latin typeface="Arial"/>
                  <a:ea typeface="Arial"/>
                  <a:cs typeface="Arial"/>
                  <a:sym typeface="Arial"/>
                </a:rPr>
                <a:t>7-observation moving window:</a:t>
              </a:r>
              <a:endParaRPr sz="1037" dirty="0"/>
            </a:p>
          </p:txBody>
        </p:sp>
        <p:sp>
          <p:nvSpPr>
            <p:cNvPr id="8" name="Google Shape;205;p27">
              <a:extLst>
                <a:ext uri="{FF2B5EF4-FFF2-40B4-BE49-F238E27FC236}">
                  <a16:creationId xmlns:a16="http://schemas.microsoft.com/office/drawing/2014/main" id="{FF7C6B72-1A0C-B100-3EC5-49F9B51128C0}"/>
                </a:ext>
              </a:extLst>
            </p:cNvPr>
            <p:cNvSpPr/>
            <p:nvPr/>
          </p:nvSpPr>
          <p:spPr>
            <a:xfrm>
              <a:off x="821909" y="1221856"/>
              <a:ext cx="631500" cy="631500"/>
            </a:xfrm>
            <a:prstGeom prst="ellipse">
              <a:avLst/>
            </a:prstGeom>
            <a:solidFill>
              <a:srgbClr val="92D050"/>
            </a:solidFill>
            <a:ln w="15425" cap="flat" cmpd="sng">
              <a:solidFill>
                <a:srgbClr val="082836"/>
              </a:solidFill>
              <a:prstDash val="solid"/>
              <a:miter lim="800000"/>
              <a:headEnd type="none" w="sm" len="sm"/>
              <a:tailEnd type="none" w="sm" len="sm"/>
            </a:ln>
          </p:spPr>
          <p:txBody>
            <a:bodyPr spcFirstLastPara="1" wrap="square" lIns="55550" tIns="27775" rIns="55550" bIns="27775" anchor="ctr" anchorCtr="0">
              <a:noAutofit/>
            </a:bodyPr>
            <a:lstStyle/>
            <a:p>
              <a:pPr marL="0" marR="0" lvl="0" indent="0" algn="ctr" rtl="0">
                <a:spcBef>
                  <a:spcPts val="0"/>
                </a:spcBef>
                <a:spcAft>
                  <a:spcPts val="0"/>
                </a:spcAft>
                <a:buNone/>
              </a:pPr>
              <a:r>
                <a:rPr lang="en" sz="1134">
                  <a:solidFill>
                    <a:schemeClr val="lt1"/>
                  </a:solidFill>
                </a:rPr>
                <a:t>t-5</a:t>
              </a:r>
              <a:endParaRPr sz="1134">
                <a:solidFill>
                  <a:schemeClr val="lt1"/>
                </a:solidFill>
                <a:latin typeface="Arial"/>
                <a:ea typeface="Arial"/>
                <a:cs typeface="Arial"/>
                <a:sym typeface="Arial"/>
              </a:endParaRPr>
            </a:p>
          </p:txBody>
        </p:sp>
        <p:sp>
          <p:nvSpPr>
            <p:cNvPr id="9" name="Google Shape;206;p27">
              <a:extLst>
                <a:ext uri="{FF2B5EF4-FFF2-40B4-BE49-F238E27FC236}">
                  <a16:creationId xmlns:a16="http://schemas.microsoft.com/office/drawing/2014/main" id="{300421D6-4815-71DF-6840-7261EF14259A}"/>
                </a:ext>
              </a:extLst>
            </p:cNvPr>
            <p:cNvSpPr/>
            <p:nvPr/>
          </p:nvSpPr>
          <p:spPr>
            <a:xfrm>
              <a:off x="2100002" y="1221884"/>
              <a:ext cx="631500" cy="631500"/>
            </a:xfrm>
            <a:prstGeom prst="ellipse">
              <a:avLst/>
            </a:prstGeom>
            <a:solidFill>
              <a:srgbClr val="92D050"/>
            </a:solidFill>
            <a:ln w="15425" cap="flat" cmpd="sng">
              <a:solidFill>
                <a:srgbClr val="082836"/>
              </a:solidFill>
              <a:prstDash val="solid"/>
              <a:miter lim="800000"/>
              <a:headEnd type="none" w="sm" len="sm"/>
              <a:tailEnd type="none" w="sm" len="sm"/>
            </a:ln>
          </p:spPr>
          <p:txBody>
            <a:bodyPr spcFirstLastPara="1" wrap="square" lIns="55550" tIns="27775" rIns="55550" bIns="27775" anchor="ctr" anchorCtr="0">
              <a:noAutofit/>
            </a:bodyPr>
            <a:lstStyle/>
            <a:p>
              <a:pPr marL="0" marR="0" lvl="0" indent="0" algn="ctr" rtl="0">
                <a:spcBef>
                  <a:spcPts val="0"/>
                </a:spcBef>
                <a:spcAft>
                  <a:spcPts val="0"/>
                </a:spcAft>
                <a:buNone/>
              </a:pPr>
              <a:r>
                <a:rPr lang="en" sz="1134">
                  <a:solidFill>
                    <a:schemeClr val="lt1"/>
                  </a:solidFill>
                </a:rPr>
                <a:t>t-4</a:t>
              </a:r>
              <a:endParaRPr sz="1134">
                <a:solidFill>
                  <a:schemeClr val="lt1"/>
                </a:solidFill>
                <a:latin typeface="Arial"/>
                <a:ea typeface="Arial"/>
                <a:cs typeface="Arial"/>
                <a:sym typeface="Arial"/>
              </a:endParaRPr>
            </a:p>
          </p:txBody>
        </p:sp>
        <p:sp>
          <p:nvSpPr>
            <p:cNvPr id="10" name="Google Shape;207;p27">
              <a:extLst>
                <a:ext uri="{FF2B5EF4-FFF2-40B4-BE49-F238E27FC236}">
                  <a16:creationId xmlns:a16="http://schemas.microsoft.com/office/drawing/2014/main" id="{67C85D00-FC22-826E-B396-FA64B907E67B}"/>
                </a:ext>
              </a:extLst>
            </p:cNvPr>
            <p:cNvSpPr/>
            <p:nvPr/>
          </p:nvSpPr>
          <p:spPr>
            <a:xfrm>
              <a:off x="3398463" y="1221884"/>
              <a:ext cx="631500" cy="631500"/>
            </a:xfrm>
            <a:prstGeom prst="ellipse">
              <a:avLst/>
            </a:prstGeom>
            <a:solidFill>
              <a:srgbClr val="92D050"/>
            </a:solidFill>
            <a:ln w="15425" cap="flat" cmpd="sng">
              <a:solidFill>
                <a:srgbClr val="082836"/>
              </a:solidFill>
              <a:prstDash val="solid"/>
              <a:miter lim="800000"/>
              <a:headEnd type="none" w="sm" len="sm"/>
              <a:tailEnd type="none" w="sm" len="sm"/>
            </a:ln>
          </p:spPr>
          <p:txBody>
            <a:bodyPr spcFirstLastPara="1" wrap="square" lIns="55550" tIns="27775" rIns="55550" bIns="27775" anchor="ctr" anchorCtr="0">
              <a:noAutofit/>
            </a:bodyPr>
            <a:lstStyle/>
            <a:p>
              <a:pPr marL="0" marR="0" lvl="0" indent="0" algn="ctr" rtl="0">
                <a:spcBef>
                  <a:spcPts val="0"/>
                </a:spcBef>
                <a:spcAft>
                  <a:spcPts val="0"/>
                </a:spcAft>
                <a:buNone/>
              </a:pPr>
              <a:r>
                <a:rPr lang="en" sz="1134">
                  <a:solidFill>
                    <a:schemeClr val="lt1"/>
                  </a:solidFill>
                </a:rPr>
                <a:t>t-3</a:t>
              </a:r>
              <a:endParaRPr sz="1134">
                <a:solidFill>
                  <a:schemeClr val="lt1"/>
                </a:solidFill>
                <a:latin typeface="Arial"/>
                <a:ea typeface="Arial"/>
                <a:cs typeface="Arial"/>
                <a:sym typeface="Arial"/>
              </a:endParaRPr>
            </a:p>
          </p:txBody>
        </p:sp>
        <p:sp>
          <p:nvSpPr>
            <p:cNvPr id="11" name="Google Shape;208;p27">
              <a:extLst>
                <a:ext uri="{FF2B5EF4-FFF2-40B4-BE49-F238E27FC236}">
                  <a16:creationId xmlns:a16="http://schemas.microsoft.com/office/drawing/2014/main" id="{CA52A665-0023-9B33-B988-69A2AAAF1913}"/>
                </a:ext>
              </a:extLst>
            </p:cNvPr>
            <p:cNvSpPr/>
            <p:nvPr/>
          </p:nvSpPr>
          <p:spPr>
            <a:xfrm>
              <a:off x="4047694" y="1221884"/>
              <a:ext cx="631500" cy="631500"/>
            </a:xfrm>
            <a:prstGeom prst="ellipse">
              <a:avLst/>
            </a:prstGeom>
            <a:solidFill>
              <a:srgbClr val="92D050"/>
            </a:solidFill>
            <a:ln w="15425" cap="flat" cmpd="sng">
              <a:solidFill>
                <a:srgbClr val="082836"/>
              </a:solidFill>
              <a:prstDash val="solid"/>
              <a:miter lim="800000"/>
              <a:headEnd type="none" w="sm" len="sm"/>
              <a:tailEnd type="none" w="sm" len="sm"/>
            </a:ln>
          </p:spPr>
          <p:txBody>
            <a:bodyPr spcFirstLastPara="1" wrap="square" lIns="55550" tIns="27775" rIns="55550" bIns="27775" anchor="ctr" anchorCtr="0">
              <a:noAutofit/>
            </a:bodyPr>
            <a:lstStyle/>
            <a:p>
              <a:pPr marL="0" marR="0" lvl="0" indent="0" algn="ctr" rtl="0">
                <a:spcBef>
                  <a:spcPts val="0"/>
                </a:spcBef>
                <a:spcAft>
                  <a:spcPts val="0"/>
                </a:spcAft>
                <a:buNone/>
              </a:pPr>
              <a:r>
                <a:rPr lang="en" sz="1134">
                  <a:solidFill>
                    <a:schemeClr val="lt1"/>
                  </a:solidFill>
                </a:rPr>
                <a:t>t-2</a:t>
              </a:r>
              <a:endParaRPr sz="1134">
                <a:solidFill>
                  <a:schemeClr val="lt1"/>
                </a:solidFill>
                <a:latin typeface="Arial"/>
                <a:ea typeface="Arial"/>
                <a:cs typeface="Arial"/>
                <a:sym typeface="Arial"/>
              </a:endParaRPr>
            </a:p>
          </p:txBody>
        </p:sp>
        <p:sp>
          <p:nvSpPr>
            <p:cNvPr id="12" name="Google Shape;209;p27">
              <a:extLst>
                <a:ext uri="{FF2B5EF4-FFF2-40B4-BE49-F238E27FC236}">
                  <a16:creationId xmlns:a16="http://schemas.microsoft.com/office/drawing/2014/main" id="{DC1F8EAB-8880-69A3-022C-88CF014B764B}"/>
                </a:ext>
              </a:extLst>
            </p:cNvPr>
            <p:cNvSpPr/>
            <p:nvPr/>
          </p:nvSpPr>
          <p:spPr>
            <a:xfrm>
              <a:off x="5346154" y="1235201"/>
              <a:ext cx="631500" cy="631500"/>
            </a:xfrm>
            <a:prstGeom prst="ellipse">
              <a:avLst/>
            </a:prstGeom>
            <a:solidFill>
              <a:srgbClr val="92D050"/>
            </a:solidFill>
            <a:ln w="15425" cap="flat" cmpd="sng">
              <a:solidFill>
                <a:srgbClr val="082836"/>
              </a:solidFill>
              <a:prstDash val="solid"/>
              <a:miter lim="800000"/>
              <a:headEnd type="none" w="sm" len="sm"/>
              <a:tailEnd type="none" w="sm" len="sm"/>
            </a:ln>
          </p:spPr>
          <p:txBody>
            <a:bodyPr spcFirstLastPara="1" wrap="square" lIns="55550" tIns="27775" rIns="55550" bIns="27775" anchor="ctr" anchorCtr="0">
              <a:noAutofit/>
            </a:bodyPr>
            <a:lstStyle/>
            <a:p>
              <a:pPr marL="0" marR="0" lvl="0" indent="0" algn="ctr" rtl="0">
                <a:spcBef>
                  <a:spcPts val="0"/>
                </a:spcBef>
                <a:spcAft>
                  <a:spcPts val="0"/>
                </a:spcAft>
                <a:buNone/>
              </a:pPr>
              <a:r>
                <a:rPr lang="en" sz="1134">
                  <a:solidFill>
                    <a:schemeClr val="lt1"/>
                  </a:solidFill>
                </a:rPr>
                <a:t>t-1</a:t>
              </a:r>
              <a:endParaRPr sz="1134">
                <a:solidFill>
                  <a:schemeClr val="lt1"/>
                </a:solidFill>
                <a:latin typeface="Arial"/>
                <a:ea typeface="Arial"/>
                <a:cs typeface="Arial"/>
                <a:sym typeface="Arial"/>
              </a:endParaRPr>
            </a:p>
          </p:txBody>
        </p:sp>
        <p:sp>
          <p:nvSpPr>
            <p:cNvPr id="13" name="Google Shape;210;p27">
              <a:extLst>
                <a:ext uri="{FF2B5EF4-FFF2-40B4-BE49-F238E27FC236}">
                  <a16:creationId xmlns:a16="http://schemas.microsoft.com/office/drawing/2014/main" id="{F7C1BAA0-72BB-A749-7D17-C930CF3DE881}"/>
                </a:ext>
              </a:extLst>
            </p:cNvPr>
            <p:cNvSpPr/>
            <p:nvPr/>
          </p:nvSpPr>
          <p:spPr>
            <a:xfrm>
              <a:off x="7293844" y="1221884"/>
              <a:ext cx="631500" cy="631500"/>
            </a:xfrm>
            <a:prstGeom prst="ellipse">
              <a:avLst/>
            </a:prstGeom>
            <a:solidFill>
              <a:srgbClr val="92D050"/>
            </a:solidFill>
            <a:ln w="15425" cap="flat" cmpd="sng">
              <a:solidFill>
                <a:srgbClr val="082836"/>
              </a:solidFill>
              <a:prstDash val="solid"/>
              <a:miter lim="800000"/>
              <a:headEnd type="none" w="sm" len="sm"/>
              <a:tailEnd type="none" w="sm" len="sm"/>
            </a:ln>
          </p:spPr>
          <p:txBody>
            <a:bodyPr spcFirstLastPara="1" wrap="square" lIns="55550" tIns="27775" rIns="55550" bIns="27775" anchor="ctr" anchorCtr="0">
              <a:noAutofit/>
            </a:bodyPr>
            <a:lstStyle/>
            <a:p>
              <a:pPr marL="0" marR="0" lvl="0" indent="0" algn="ctr" rtl="0">
                <a:spcBef>
                  <a:spcPts val="0"/>
                </a:spcBef>
                <a:spcAft>
                  <a:spcPts val="0"/>
                </a:spcAft>
                <a:buNone/>
              </a:pPr>
              <a:r>
                <a:rPr lang="en" sz="1134">
                  <a:solidFill>
                    <a:schemeClr val="lt1"/>
                  </a:solidFill>
                </a:rPr>
                <a:t>t0</a:t>
              </a:r>
              <a:endParaRPr sz="1134">
                <a:solidFill>
                  <a:schemeClr val="lt1"/>
                </a:solidFill>
                <a:latin typeface="Arial"/>
                <a:ea typeface="Arial"/>
                <a:cs typeface="Arial"/>
                <a:sym typeface="Arial"/>
              </a:endParaRPr>
            </a:p>
          </p:txBody>
        </p:sp>
        <p:sp>
          <p:nvSpPr>
            <p:cNvPr id="14" name="Google Shape;211;p27">
              <a:extLst>
                <a:ext uri="{FF2B5EF4-FFF2-40B4-BE49-F238E27FC236}">
                  <a16:creationId xmlns:a16="http://schemas.microsoft.com/office/drawing/2014/main" id="{56B7D945-2C75-392D-A89D-8BC098E6D4DD}"/>
                </a:ext>
              </a:extLst>
            </p:cNvPr>
            <p:cNvSpPr/>
            <p:nvPr/>
          </p:nvSpPr>
          <p:spPr>
            <a:xfrm>
              <a:off x="172679" y="1221856"/>
              <a:ext cx="631500" cy="631500"/>
            </a:xfrm>
            <a:prstGeom prst="ellipse">
              <a:avLst/>
            </a:prstGeom>
            <a:solidFill>
              <a:srgbClr val="92D050"/>
            </a:solidFill>
            <a:ln w="15425" cap="flat" cmpd="sng">
              <a:solidFill>
                <a:srgbClr val="082836"/>
              </a:solidFill>
              <a:prstDash val="solid"/>
              <a:miter lim="800000"/>
              <a:headEnd type="none" w="sm" len="sm"/>
              <a:tailEnd type="none" w="sm" len="sm"/>
            </a:ln>
          </p:spPr>
          <p:txBody>
            <a:bodyPr spcFirstLastPara="1" wrap="square" lIns="55550" tIns="27775" rIns="55550" bIns="27775" anchor="ctr" anchorCtr="0">
              <a:noAutofit/>
            </a:bodyPr>
            <a:lstStyle/>
            <a:p>
              <a:pPr marL="0" marR="0" lvl="0" indent="0" algn="ctr" rtl="0">
                <a:spcBef>
                  <a:spcPts val="0"/>
                </a:spcBef>
                <a:spcAft>
                  <a:spcPts val="0"/>
                </a:spcAft>
                <a:buNone/>
              </a:pPr>
              <a:r>
                <a:rPr lang="en" sz="1134">
                  <a:solidFill>
                    <a:schemeClr val="lt1"/>
                  </a:solidFill>
                </a:rPr>
                <a:t>t-6</a:t>
              </a:r>
              <a:endParaRPr sz="1134">
                <a:solidFill>
                  <a:schemeClr val="lt1"/>
                </a:solidFill>
                <a:latin typeface="Arial"/>
                <a:ea typeface="Arial"/>
                <a:cs typeface="Arial"/>
                <a:sym typeface="Arial"/>
              </a:endParaRPr>
            </a:p>
          </p:txBody>
        </p:sp>
        <p:sp>
          <p:nvSpPr>
            <p:cNvPr id="15" name="Google Shape;212;p27">
              <a:extLst>
                <a:ext uri="{FF2B5EF4-FFF2-40B4-BE49-F238E27FC236}">
                  <a16:creationId xmlns:a16="http://schemas.microsoft.com/office/drawing/2014/main" id="{D11BC336-D57F-7320-6799-A0EBF49A54BE}"/>
                </a:ext>
              </a:extLst>
            </p:cNvPr>
            <p:cNvSpPr/>
            <p:nvPr/>
          </p:nvSpPr>
          <p:spPr>
            <a:xfrm>
              <a:off x="5995383" y="1221884"/>
              <a:ext cx="631500" cy="631500"/>
            </a:xfrm>
            <a:prstGeom prst="ellipse">
              <a:avLst/>
            </a:prstGeom>
            <a:noFill/>
            <a:ln w="15425" cap="flat" cmpd="sng">
              <a:solidFill>
                <a:srgbClr val="082836"/>
              </a:solidFill>
              <a:prstDash val="dash"/>
              <a:miter lim="800000"/>
              <a:headEnd type="none" w="sm" len="sm"/>
              <a:tailEnd type="none" w="sm" len="sm"/>
            </a:ln>
          </p:spPr>
          <p:txBody>
            <a:bodyPr spcFirstLastPara="1" wrap="square" lIns="55550" tIns="27775" rIns="55550" bIns="27775" anchor="ctr" anchorCtr="0">
              <a:noAutofit/>
            </a:bodyPr>
            <a:lstStyle/>
            <a:p>
              <a:pPr marL="0" marR="0" lvl="0" indent="0" algn="ctr" rtl="0">
                <a:spcBef>
                  <a:spcPts val="0"/>
                </a:spcBef>
                <a:spcAft>
                  <a:spcPts val="0"/>
                </a:spcAft>
                <a:buNone/>
              </a:pPr>
              <a:r>
                <a:rPr lang="en" sz="1701" dirty="0">
                  <a:solidFill>
                    <a:schemeClr val="dk1"/>
                  </a:solidFill>
                  <a:latin typeface="Arial"/>
                  <a:ea typeface="Arial"/>
                  <a:cs typeface="Arial"/>
                  <a:sym typeface="Arial"/>
                </a:rPr>
                <a:t>-</a:t>
              </a:r>
              <a:endParaRPr sz="891" dirty="0"/>
            </a:p>
          </p:txBody>
        </p:sp>
        <p:sp>
          <p:nvSpPr>
            <p:cNvPr id="16" name="Google Shape;213;p27">
              <a:extLst>
                <a:ext uri="{FF2B5EF4-FFF2-40B4-BE49-F238E27FC236}">
                  <a16:creationId xmlns:a16="http://schemas.microsoft.com/office/drawing/2014/main" id="{51BA81CE-7917-EB1A-F7E4-35CD6AA270B8}"/>
                </a:ext>
              </a:extLst>
            </p:cNvPr>
            <p:cNvSpPr/>
            <p:nvPr/>
          </p:nvSpPr>
          <p:spPr>
            <a:xfrm>
              <a:off x="6644613" y="1212370"/>
              <a:ext cx="631500" cy="631500"/>
            </a:xfrm>
            <a:prstGeom prst="ellipse">
              <a:avLst/>
            </a:prstGeom>
            <a:noFill/>
            <a:ln w="15425" cap="flat" cmpd="sng">
              <a:solidFill>
                <a:srgbClr val="082836"/>
              </a:solidFill>
              <a:prstDash val="dash"/>
              <a:miter lim="800000"/>
              <a:headEnd type="none" w="sm" len="sm"/>
              <a:tailEnd type="none" w="sm" len="sm"/>
            </a:ln>
          </p:spPr>
          <p:txBody>
            <a:bodyPr spcFirstLastPara="1" wrap="square" lIns="55550" tIns="27775" rIns="55550" bIns="27775" anchor="ctr" anchorCtr="0">
              <a:noAutofit/>
            </a:bodyPr>
            <a:lstStyle/>
            <a:p>
              <a:pPr marL="0" marR="0" lvl="0" indent="0" algn="ctr" rtl="0">
                <a:spcBef>
                  <a:spcPts val="0"/>
                </a:spcBef>
                <a:spcAft>
                  <a:spcPts val="0"/>
                </a:spcAft>
                <a:buNone/>
              </a:pPr>
              <a:r>
                <a:rPr lang="en" sz="1701" dirty="0">
                  <a:solidFill>
                    <a:schemeClr val="dk1"/>
                  </a:solidFill>
                  <a:latin typeface="Arial"/>
                  <a:ea typeface="Arial"/>
                  <a:cs typeface="Arial"/>
                  <a:sym typeface="Arial"/>
                </a:rPr>
                <a:t>-</a:t>
              </a:r>
              <a:endParaRPr sz="891" dirty="0"/>
            </a:p>
          </p:txBody>
        </p:sp>
        <p:sp>
          <p:nvSpPr>
            <p:cNvPr id="17" name="Google Shape;214;p27">
              <a:extLst>
                <a:ext uri="{FF2B5EF4-FFF2-40B4-BE49-F238E27FC236}">
                  <a16:creationId xmlns:a16="http://schemas.microsoft.com/office/drawing/2014/main" id="{5D384961-E8B0-CA10-1F97-690AB11AE9F7}"/>
                </a:ext>
              </a:extLst>
            </p:cNvPr>
            <p:cNvSpPr/>
            <p:nvPr/>
          </p:nvSpPr>
          <p:spPr>
            <a:xfrm>
              <a:off x="2749233" y="1212370"/>
              <a:ext cx="631500" cy="631500"/>
            </a:xfrm>
            <a:prstGeom prst="ellipse">
              <a:avLst/>
            </a:prstGeom>
            <a:noFill/>
            <a:ln w="15425" cap="flat" cmpd="sng">
              <a:solidFill>
                <a:srgbClr val="082836"/>
              </a:solidFill>
              <a:prstDash val="dash"/>
              <a:miter lim="800000"/>
              <a:headEnd type="none" w="sm" len="sm"/>
              <a:tailEnd type="none" w="sm" len="sm"/>
            </a:ln>
          </p:spPr>
          <p:txBody>
            <a:bodyPr spcFirstLastPara="1" wrap="square" lIns="55550" tIns="27775" rIns="55550" bIns="27775" anchor="ctr" anchorCtr="0">
              <a:noAutofit/>
            </a:bodyPr>
            <a:lstStyle/>
            <a:p>
              <a:pPr marL="0" marR="0" lvl="0" indent="0" algn="ctr" rtl="0">
                <a:spcBef>
                  <a:spcPts val="0"/>
                </a:spcBef>
                <a:spcAft>
                  <a:spcPts val="0"/>
                </a:spcAft>
                <a:buNone/>
              </a:pPr>
              <a:r>
                <a:rPr lang="en" sz="1701" dirty="0">
                  <a:solidFill>
                    <a:schemeClr val="dk1"/>
                  </a:solidFill>
                  <a:latin typeface="Arial"/>
                  <a:ea typeface="Arial"/>
                  <a:cs typeface="Arial"/>
                  <a:sym typeface="Arial"/>
                </a:rPr>
                <a:t>-</a:t>
              </a:r>
              <a:endParaRPr sz="891" dirty="0"/>
            </a:p>
          </p:txBody>
        </p:sp>
        <p:sp>
          <p:nvSpPr>
            <p:cNvPr id="18" name="Google Shape;215;p27">
              <a:extLst>
                <a:ext uri="{FF2B5EF4-FFF2-40B4-BE49-F238E27FC236}">
                  <a16:creationId xmlns:a16="http://schemas.microsoft.com/office/drawing/2014/main" id="{4FCB1E97-3FE2-B6F2-C2F6-169F382B11A1}"/>
                </a:ext>
              </a:extLst>
            </p:cNvPr>
            <p:cNvSpPr/>
            <p:nvPr/>
          </p:nvSpPr>
          <p:spPr>
            <a:xfrm>
              <a:off x="4696924" y="1235201"/>
              <a:ext cx="631500" cy="631500"/>
            </a:xfrm>
            <a:prstGeom prst="ellipse">
              <a:avLst/>
            </a:prstGeom>
            <a:noFill/>
            <a:ln w="15425" cap="flat" cmpd="sng">
              <a:solidFill>
                <a:srgbClr val="082836"/>
              </a:solidFill>
              <a:prstDash val="dash"/>
              <a:miter lim="800000"/>
              <a:headEnd type="none" w="sm" len="sm"/>
              <a:tailEnd type="none" w="sm" len="sm"/>
            </a:ln>
          </p:spPr>
          <p:txBody>
            <a:bodyPr spcFirstLastPara="1" wrap="square" lIns="55550" tIns="27775" rIns="55550" bIns="27775" anchor="ctr" anchorCtr="0">
              <a:noAutofit/>
            </a:bodyPr>
            <a:lstStyle/>
            <a:p>
              <a:pPr marL="0" marR="0" lvl="0" indent="0" algn="ctr" rtl="0">
                <a:spcBef>
                  <a:spcPts val="0"/>
                </a:spcBef>
                <a:spcAft>
                  <a:spcPts val="0"/>
                </a:spcAft>
                <a:buNone/>
              </a:pPr>
              <a:r>
                <a:rPr lang="en" sz="1701">
                  <a:solidFill>
                    <a:schemeClr val="dk1"/>
                  </a:solidFill>
                  <a:latin typeface="Arial"/>
                  <a:ea typeface="Arial"/>
                  <a:cs typeface="Arial"/>
                  <a:sym typeface="Arial"/>
                </a:rPr>
                <a:t>-</a:t>
              </a:r>
              <a:endParaRPr sz="891"/>
            </a:p>
          </p:txBody>
        </p:sp>
        <p:sp>
          <p:nvSpPr>
            <p:cNvPr id="22" name="Google Shape;215;p27">
              <a:extLst>
                <a:ext uri="{FF2B5EF4-FFF2-40B4-BE49-F238E27FC236}">
                  <a16:creationId xmlns:a16="http://schemas.microsoft.com/office/drawing/2014/main" id="{9EC0D14A-91EB-B8FD-FF46-F9479FD478FB}"/>
                </a:ext>
              </a:extLst>
            </p:cNvPr>
            <p:cNvSpPr/>
            <p:nvPr/>
          </p:nvSpPr>
          <p:spPr>
            <a:xfrm>
              <a:off x="7925344" y="1212370"/>
              <a:ext cx="631500" cy="631500"/>
            </a:xfrm>
            <a:prstGeom prst="ellipse">
              <a:avLst/>
            </a:prstGeom>
            <a:noFill/>
            <a:ln w="15425" cap="flat" cmpd="sng">
              <a:solidFill>
                <a:srgbClr val="082836"/>
              </a:solidFill>
              <a:prstDash val="dash"/>
              <a:miter lim="800000"/>
              <a:headEnd type="none" w="sm" len="sm"/>
              <a:tailEnd type="none" w="sm" len="sm"/>
            </a:ln>
          </p:spPr>
          <p:txBody>
            <a:bodyPr spcFirstLastPara="1" wrap="square" lIns="55550" tIns="27775" rIns="55550" bIns="27775" anchor="ctr" anchorCtr="0">
              <a:noAutofit/>
            </a:bodyPr>
            <a:lstStyle/>
            <a:p>
              <a:pPr marL="0" marR="0" lvl="0" indent="0" algn="ctr" rtl="0">
                <a:spcBef>
                  <a:spcPts val="0"/>
                </a:spcBef>
                <a:spcAft>
                  <a:spcPts val="0"/>
                </a:spcAft>
                <a:buNone/>
              </a:pPr>
              <a:r>
                <a:rPr lang="en" sz="1701" dirty="0">
                  <a:solidFill>
                    <a:schemeClr val="dk1"/>
                  </a:solidFill>
                  <a:latin typeface="Arial"/>
                  <a:ea typeface="Arial"/>
                  <a:cs typeface="Arial"/>
                  <a:sym typeface="Arial"/>
                </a:rPr>
                <a:t>-</a:t>
              </a:r>
              <a:endParaRPr sz="891" dirty="0"/>
            </a:p>
          </p:txBody>
        </p:sp>
        <p:sp>
          <p:nvSpPr>
            <p:cNvPr id="23" name="Google Shape;218;p27">
              <a:extLst>
                <a:ext uri="{FF2B5EF4-FFF2-40B4-BE49-F238E27FC236}">
                  <a16:creationId xmlns:a16="http://schemas.microsoft.com/office/drawing/2014/main" id="{38DD03D4-648D-0D2C-785D-FCD8A27A3929}"/>
                </a:ext>
              </a:extLst>
            </p:cNvPr>
            <p:cNvSpPr txBox="1"/>
            <p:nvPr/>
          </p:nvSpPr>
          <p:spPr>
            <a:xfrm>
              <a:off x="8382403" y="925964"/>
              <a:ext cx="637917" cy="268464"/>
            </a:xfrm>
            <a:prstGeom prst="rect">
              <a:avLst/>
            </a:prstGeom>
            <a:noFill/>
            <a:ln>
              <a:noFill/>
            </a:ln>
          </p:spPr>
          <p:txBody>
            <a:bodyPr spcFirstLastPara="1" wrap="square" lIns="64700" tIns="32350" rIns="64700" bIns="32350" anchor="t" anchorCtr="0">
              <a:spAutoFit/>
            </a:bodyPr>
            <a:lstStyle/>
            <a:p>
              <a:pPr marL="0" marR="0" lvl="0" indent="0" algn="ctr" rtl="0">
                <a:spcBef>
                  <a:spcPts val="0"/>
                </a:spcBef>
                <a:spcAft>
                  <a:spcPts val="0"/>
                </a:spcAft>
                <a:buNone/>
              </a:pPr>
              <a:r>
                <a:rPr lang="en" sz="1320" dirty="0">
                  <a:solidFill>
                    <a:schemeClr val="dk1"/>
                  </a:solidFill>
                  <a:latin typeface="Arial"/>
                  <a:ea typeface="Arial"/>
                  <a:cs typeface="Arial"/>
                  <a:sym typeface="Arial"/>
                </a:rPr>
                <a:t>Today</a:t>
              </a:r>
              <a:endParaRPr sz="1037" dirty="0"/>
            </a:p>
          </p:txBody>
        </p:sp>
        <p:cxnSp>
          <p:nvCxnSpPr>
            <p:cNvPr id="24" name="Straight Connector 23">
              <a:extLst>
                <a:ext uri="{FF2B5EF4-FFF2-40B4-BE49-F238E27FC236}">
                  <a16:creationId xmlns:a16="http://schemas.microsoft.com/office/drawing/2014/main" id="{ED0C9824-4693-FDBF-1E95-24F2D2902705}"/>
                </a:ext>
              </a:extLst>
            </p:cNvPr>
            <p:cNvCxnSpPr>
              <a:cxnSpLocks/>
            </p:cNvCxnSpPr>
            <p:nvPr/>
          </p:nvCxnSpPr>
          <p:spPr>
            <a:xfrm>
              <a:off x="8701362" y="1212370"/>
              <a:ext cx="0" cy="631500"/>
            </a:xfrm>
            <a:prstGeom prst="line">
              <a:avLst/>
            </a:prstGeom>
            <a:ln w="38100"/>
          </p:spPr>
          <p:style>
            <a:lnRef idx="1">
              <a:schemeClr val="dk1"/>
            </a:lnRef>
            <a:fillRef idx="0">
              <a:schemeClr val="dk1"/>
            </a:fillRef>
            <a:effectRef idx="0">
              <a:schemeClr val="dk1"/>
            </a:effectRef>
            <a:fontRef idx="minor">
              <a:schemeClr val="tx1"/>
            </a:fontRef>
          </p:style>
        </p:cxnSp>
        <p:sp>
          <p:nvSpPr>
            <p:cNvPr id="27" name="Google Shape;214;p27">
              <a:extLst>
                <a:ext uri="{FF2B5EF4-FFF2-40B4-BE49-F238E27FC236}">
                  <a16:creationId xmlns:a16="http://schemas.microsoft.com/office/drawing/2014/main" id="{E80F0E53-B1E5-CA63-3325-4C7B96A17ECA}"/>
                </a:ext>
              </a:extLst>
            </p:cNvPr>
            <p:cNvSpPr/>
            <p:nvPr/>
          </p:nvSpPr>
          <p:spPr>
            <a:xfrm>
              <a:off x="1460945" y="1221856"/>
              <a:ext cx="631500" cy="631500"/>
            </a:xfrm>
            <a:prstGeom prst="ellipse">
              <a:avLst/>
            </a:prstGeom>
            <a:noFill/>
            <a:ln w="15425" cap="flat" cmpd="sng">
              <a:solidFill>
                <a:srgbClr val="082836"/>
              </a:solidFill>
              <a:prstDash val="dash"/>
              <a:miter lim="800000"/>
              <a:headEnd type="none" w="sm" len="sm"/>
              <a:tailEnd type="none" w="sm" len="sm"/>
            </a:ln>
          </p:spPr>
          <p:txBody>
            <a:bodyPr spcFirstLastPara="1" wrap="square" lIns="55550" tIns="27775" rIns="55550" bIns="27775" anchor="ctr" anchorCtr="0">
              <a:noAutofit/>
            </a:bodyPr>
            <a:lstStyle/>
            <a:p>
              <a:pPr marL="0" marR="0" lvl="0" indent="0" algn="ctr" rtl="0">
                <a:spcBef>
                  <a:spcPts val="0"/>
                </a:spcBef>
                <a:spcAft>
                  <a:spcPts val="0"/>
                </a:spcAft>
                <a:buNone/>
              </a:pPr>
              <a:r>
                <a:rPr lang="en" sz="1701" dirty="0">
                  <a:solidFill>
                    <a:schemeClr val="dk1"/>
                  </a:solidFill>
                  <a:latin typeface="Arial"/>
                  <a:ea typeface="Arial"/>
                  <a:cs typeface="Arial"/>
                  <a:sym typeface="Arial"/>
                </a:rPr>
                <a:t>-</a:t>
              </a:r>
              <a:endParaRPr sz="891" dirty="0"/>
            </a:p>
          </p:txBody>
        </p:sp>
      </p:grpSp>
      <p:grpSp>
        <p:nvGrpSpPr>
          <p:cNvPr id="30" name="Group 29">
            <a:extLst>
              <a:ext uri="{FF2B5EF4-FFF2-40B4-BE49-F238E27FC236}">
                <a16:creationId xmlns:a16="http://schemas.microsoft.com/office/drawing/2014/main" id="{D37D5313-6E72-B5A2-9BB5-A5EA39CD8041}"/>
              </a:ext>
            </a:extLst>
          </p:cNvPr>
          <p:cNvGrpSpPr/>
          <p:nvPr/>
        </p:nvGrpSpPr>
        <p:grpSpPr>
          <a:xfrm>
            <a:off x="199864" y="4262980"/>
            <a:ext cx="2458936" cy="674729"/>
            <a:chOff x="110537" y="4274400"/>
            <a:chExt cx="2458936" cy="674729"/>
          </a:xfrm>
        </p:grpSpPr>
        <p:sp>
          <p:nvSpPr>
            <p:cNvPr id="31" name="Google Shape;216;p27">
              <a:extLst>
                <a:ext uri="{FF2B5EF4-FFF2-40B4-BE49-F238E27FC236}">
                  <a16:creationId xmlns:a16="http://schemas.microsoft.com/office/drawing/2014/main" id="{0B8A107E-EC94-8005-40B7-0A1028EE810C}"/>
                </a:ext>
              </a:extLst>
            </p:cNvPr>
            <p:cNvSpPr txBox="1"/>
            <p:nvPr/>
          </p:nvSpPr>
          <p:spPr>
            <a:xfrm>
              <a:off x="645573" y="4274400"/>
              <a:ext cx="1923900" cy="674729"/>
            </a:xfrm>
            <a:prstGeom prst="rect">
              <a:avLst/>
            </a:prstGeom>
            <a:noFill/>
            <a:ln>
              <a:noFill/>
            </a:ln>
          </p:spPr>
          <p:txBody>
            <a:bodyPr spcFirstLastPara="1" wrap="square" lIns="64700" tIns="32350" rIns="64700" bIns="32350" anchor="t" anchorCtr="0">
              <a:spAutoFit/>
            </a:bodyPr>
            <a:lstStyle/>
            <a:p>
              <a:pPr marL="0" marR="0" lvl="0" indent="0" algn="l" rtl="0">
                <a:spcBef>
                  <a:spcPts val="0"/>
                </a:spcBef>
                <a:spcAft>
                  <a:spcPts val="0"/>
                </a:spcAft>
                <a:buNone/>
              </a:pPr>
              <a:r>
                <a:rPr lang="en" sz="1320" dirty="0">
                  <a:solidFill>
                    <a:schemeClr val="dk1"/>
                  </a:solidFill>
                  <a:latin typeface="Arial"/>
                  <a:ea typeface="Arial"/>
                  <a:cs typeface="Arial"/>
                  <a:sym typeface="Arial"/>
                </a:rPr>
                <a:t>Last </a:t>
              </a:r>
            </a:p>
            <a:p>
              <a:pPr marL="0" marR="0" lvl="0" indent="0" algn="l" rtl="0">
                <a:spcBef>
                  <a:spcPts val="0"/>
                </a:spcBef>
                <a:spcAft>
                  <a:spcPts val="0"/>
                </a:spcAft>
                <a:buNone/>
              </a:pPr>
              <a:r>
                <a:rPr lang="en" sz="1320" dirty="0">
                  <a:solidFill>
                    <a:schemeClr val="dk1"/>
                  </a:solidFill>
                  <a:latin typeface="Arial"/>
                  <a:ea typeface="Arial"/>
                  <a:cs typeface="Arial"/>
                  <a:sym typeface="Arial"/>
                </a:rPr>
                <a:t>observations</a:t>
              </a:r>
            </a:p>
            <a:p>
              <a:pPr marL="0" marR="0" lvl="0" indent="0" algn="l" rtl="0">
                <a:spcBef>
                  <a:spcPts val="0"/>
                </a:spcBef>
                <a:spcAft>
                  <a:spcPts val="0"/>
                </a:spcAft>
                <a:buNone/>
              </a:pPr>
              <a:r>
                <a:rPr lang="en" sz="1320" dirty="0">
                  <a:solidFill>
                    <a:schemeClr val="dk1"/>
                  </a:solidFill>
                </a:rPr>
                <a:t>(raw)</a:t>
              </a:r>
              <a:endParaRPr sz="1037" dirty="0"/>
            </a:p>
          </p:txBody>
        </p:sp>
        <p:sp>
          <p:nvSpPr>
            <p:cNvPr id="32" name="Google Shape;219;p27">
              <a:extLst>
                <a:ext uri="{FF2B5EF4-FFF2-40B4-BE49-F238E27FC236}">
                  <a16:creationId xmlns:a16="http://schemas.microsoft.com/office/drawing/2014/main" id="{2685FAA5-CDF3-A795-4AD6-E70FA20C5696}"/>
                </a:ext>
              </a:extLst>
            </p:cNvPr>
            <p:cNvSpPr/>
            <p:nvPr/>
          </p:nvSpPr>
          <p:spPr>
            <a:xfrm>
              <a:off x="110537" y="4392478"/>
              <a:ext cx="457500" cy="457500"/>
            </a:xfrm>
            <a:prstGeom prst="ellipse">
              <a:avLst/>
            </a:prstGeom>
            <a:solidFill>
              <a:srgbClr val="92D050"/>
            </a:solidFill>
            <a:ln w="17975" cap="flat" cmpd="sng">
              <a:solidFill>
                <a:srgbClr val="082836"/>
              </a:solidFill>
              <a:prstDash val="solid"/>
              <a:miter lim="800000"/>
              <a:headEnd type="none" w="sm" len="sm"/>
              <a:tailEnd type="none" w="sm" len="sm"/>
            </a:ln>
          </p:spPr>
          <p:txBody>
            <a:bodyPr spcFirstLastPara="1" wrap="square" lIns="64700" tIns="32350" rIns="64700" bIns="32350" anchor="ctr" anchorCtr="0">
              <a:noAutofit/>
            </a:bodyPr>
            <a:lstStyle/>
            <a:p>
              <a:pPr marL="0" marR="0" lvl="0" indent="0" algn="ctr" rtl="0">
                <a:spcBef>
                  <a:spcPts val="0"/>
                </a:spcBef>
                <a:spcAft>
                  <a:spcPts val="0"/>
                </a:spcAft>
                <a:buNone/>
              </a:pPr>
              <a:endParaRPr sz="1320" dirty="0">
                <a:solidFill>
                  <a:schemeClr val="lt1"/>
                </a:solidFill>
                <a:latin typeface="Arial"/>
                <a:ea typeface="Arial"/>
                <a:cs typeface="Arial"/>
                <a:sym typeface="Arial"/>
              </a:endParaRPr>
            </a:p>
          </p:txBody>
        </p:sp>
      </p:grpSp>
      <p:grpSp>
        <p:nvGrpSpPr>
          <p:cNvPr id="63" name="Group 62">
            <a:extLst>
              <a:ext uri="{FF2B5EF4-FFF2-40B4-BE49-F238E27FC236}">
                <a16:creationId xmlns:a16="http://schemas.microsoft.com/office/drawing/2014/main" id="{B0B4B157-AA71-0F74-5C3C-B63E4215A20B}"/>
              </a:ext>
            </a:extLst>
          </p:cNvPr>
          <p:cNvGrpSpPr/>
          <p:nvPr/>
        </p:nvGrpSpPr>
        <p:grpSpPr>
          <a:xfrm>
            <a:off x="989922" y="2172418"/>
            <a:ext cx="2229778" cy="544043"/>
            <a:chOff x="989922" y="2172418"/>
            <a:chExt cx="2229778" cy="544043"/>
          </a:xfrm>
        </p:grpSpPr>
        <p:cxnSp>
          <p:nvCxnSpPr>
            <p:cNvPr id="33" name="Straight Connector 32">
              <a:extLst>
                <a:ext uri="{FF2B5EF4-FFF2-40B4-BE49-F238E27FC236}">
                  <a16:creationId xmlns:a16="http://schemas.microsoft.com/office/drawing/2014/main" id="{7D247C05-3E37-5ABC-C4A0-50C5A326E60E}"/>
                </a:ext>
              </a:extLst>
            </p:cNvPr>
            <p:cNvCxnSpPr>
              <a:cxnSpLocks/>
            </p:cNvCxnSpPr>
            <p:nvPr/>
          </p:nvCxnSpPr>
          <p:spPr>
            <a:xfrm>
              <a:off x="989922" y="2172418"/>
              <a:ext cx="0" cy="544043"/>
            </a:xfrm>
            <a:prstGeom prst="line">
              <a:avLst/>
            </a:prstGeom>
            <a:ln w="38100">
              <a:headEnd type="none" w="med" len="med"/>
              <a:tailEnd type="triangle" w="med" len="med"/>
            </a:ln>
          </p:spPr>
          <p:style>
            <a:lnRef idx="1">
              <a:schemeClr val="dk1"/>
            </a:lnRef>
            <a:fillRef idx="0">
              <a:schemeClr val="dk1"/>
            </a:fillRef>
            <a:effectRef idx="0">
              <a:schemeClr val="dk1"/>
            </a:effectRef>
            <a:fontRef idx="minor">
              <a:schemeClr val="tx1"/>
            </a:fontRef>
          </p:style>
        </p:cxnSp>
        <p:grpSp>
          <p:nvGrpSpPr>
            <p:cNvPr id="40" name="Group 39">
              <a:extLst>
                <a:ext uri="{FF2B5EF4-FFF2-40B4-BE49-F238E27FC236}">
                  <a16:creationId xmlns:a16="http://schemas.microsoft.com/office/drawing/2014/main" id="{E9AB2D6B-E65C-B4E3-6938-0C9C19FF0D7E}"/>
                </a:ext>
              </a:extLst>
            </p:cNvPr>
            <p:cNvGrpSpPr/>
            <p:nvPr/>
          </p:nvGrpSpPr>
          <p:grpSpPr>
            <a:xfrm>
              <a:off x="989922" y="2280982"/>
              <a:ext cx="2229778" cy="268464"/>
              <a:chOff x="989922" y="2322547"/>
              <a:chExt cx="2229778" cy="268464"/>
            </a:xfrm>
          </p:grpSpPr>
          <p:sp>
            <p:nvSpPr>
              <p:cNvPr id="35" name="Google Shape;216;p27">
                <a:extLst>
                  <a:ext uri="{FF2B5EF4-FFF2-40B4-BE49-F238E27FC236}">
                    <a16:creationId xmlns:a16="http://schemas.microsoft.com/office/drawing/2014/main" id="{B8875B43-6128-2A4D-274D-4519E9598441}"/>
                  </a:ext>
                </a:extLst>
              </p:cNvPr>
              <p:cNvSpPr txBox="1"/>
              <p:nvPr/>
            </p:nvSpPr>
            <p:spPr>
              <a:xfrm>
                <a:off x="989922" y="2322547"/>
                <a:ext cx="1923900" cy="268464"/>
              </a:xfrm>
              <a:prstGeom prst="rect">
                <a:avLst/>
              </a:prstGeom>
              <a:noFill/>
              <a:ln>
                <a:noFill/>
              </a:ln>
            </p:spPr>
            <p:txBody>
              <a:bodyPr spcFirstLastPara="1" wrap="square" lIns="64700" tIns="32350" rIns="64700" bIns="32350" anchor="t" anchorCtr="0">
                <a:spAutoFit/>
              </a:bodyPr>
              <a:lstStyle/>
              <a:p>
                <a:pPr marL="0" marR="0" lvl="0" indent="0" algn="l" rtl="0">
                  <a:spcBef>
                    <a:spcPts val="0"/>
                  </a:spcBef>
                  <a:spcAft>
                    <a:spcPts val="0"/>
                  </a:spcAft>
                  <a:buNone/>
                </a:pPr>
                <a:r>
                  <a:rPr lang="en" sz="1320" dirty="0">
                    <a:solidFill>
                      <a:schemeClr val="dk1"/>
                    </a:solidFill>
                    <a:latin typeface="Arial"/>
                    <a:ea typeface="Arial"/>
                    <a:cs typeface="Arial"/>
                    <a:sym typeface="Arial"/>
                  </a:rPr>
                  <a:t>LOESS smoothing</a:t>
                </a:r>
                <a:endParaRPr sz="1037" dirty="0"/>
              </a:p>
            </p:txBody>
          </p:sp>
          <p:sp>
            <p:nvSpPr>
              <p:cNvPr id="36" name="Google Shape;219;p27">
                <a:extLst>
                  <a:ext uri="{FF2B5EF4-FFF2-40B4-BE49-F238E27FC236}">
                    <a16:creationId xmlns:a16="http://schemas.microsoft.com/office/drawing/2014/main" id="{2CE17675-53A1-0492-BA2D-C03E65613CBA}"/>
                  </a:ext>
                </a:extLst>
              </p:cNvPr>
              <p:cNvSpPr/>
              <p:nvPr/>
            </p:nvSpPr>
            <p:spPr>
              <a:xfrm>
                <a:off x="2536148" y="2348997"/>
                <a:ext cx="211019" cy="211019"/>
              </a:xfrm>
              <a:prstGeom prst="ellipse">
                <a:avLst/>
              </a:prstGeom>
              <a:solidFill>
                <a:srgbClr val="92D050"/>
              </a:solidFill>
              <a:ln w="17975" cap="flat" cmpd="sng">
                <a:solidFill>
                  <a:srgbClr val="082836"/>
                </a:solidFill>
                <a:prstDash val="solid"/>
                <a:miter lim="800000"/>
                <a:headEnd type="none" w="sm" len="sm"/>
                <a:tailEnd type="none" w="sm" len="sm"/>
              </a:ln>
            </p:spPr>
            <p:txBody>
              <a:bodyPr spcFirstLastPara="1" wrap="square" lIns="64700" tIns="32350" rIns="64700" bIns="32350" anchor="ctr" anchorCtr="0">
                <a:noAutofit/>
              </a:bodyPr>
              <a:lstStyle/>
              <a:p>
                <a:pPr marL="0" marR="0" lvl="0" indent="0" algn="ctr" rtl="0">
                  <a:spcBef>
                    <a:spcPts val="0"/>
                  </a:spcBef>
                  <a:spcAft>
                    <a:spcPts val="0"/>
                  </a:spcAft>
                  <a:buNone/>
                </a:pPr>
                <a:endParaRPr sz="1320" dirty="0">
                  <a:solidFill>
                    <a:schemeClr val="lt1"/>
                  </a:solidFill>
                  <a:latin typeface="Arial"/>
                  <a:ea typeface="Arial"/>
                  <a:cs typeface="Arial"/>
                  <a:sym typeface="Arial"/>
                </a:endParaRPr>
              </a:p>
            </p:txBody>
          </p:sp>
          <p:sp>
            <p:nvSpPr>
              <p:cNvPr id="37" name="Google Shape;219;p27">
                <a:extLst>
                  <a:ext uri="{FF2B5EF4-FFF2-40B4-BE49-F238E27FC236}">
                    <a16:creationId xmlns:a16="http://schemas.microsoft.com/office/drawing/2014/main" id="{FAE4C113-75BE-D6E3-F70F-3E327B048140}"/>
                  </a:ext>
                </a:extLst>
              </p:cNvPr>
              <p:cNvSpPr/>
              <p:nvPr/>
            </p:nvSpPr>
            <p:spPr>
              <a:xfrm>
                <a:off x="3008681" y="2348021"/>
                <a:ext cx="211019" cy="211019"/>
              </a:xfrm>
              <a:prstGeom prst="ellipse">
                <a:avLst/>
              </a:prstGeom>
              <a:solidFill>
                <a:srgbClr val="4285F4"/>
              </a:solidFill>
              <a:ln w="17975" cap="flat" cmpd="sng">
                <a:solidFill>
                  <a:srgbClr val="082836"/>
                </a:solidFill>
                <a:prstDash val="solid"/>
                <a:miter lim="800000"/>
                <a:headEnd type="none" w="sm" len="sm"/>
                <a:tailEnd type="none" w="sm" len="sm"/>
              </a:ln>
            </p:spPr>
            <p:txBody>
              <a:bodyPr spcFirstLastPara="1" wrap="square" lIns="64700" tIns="32350" rIns="64700" bIns="32350" anchor="ctr" anchorCtr="0">
                <a:noAutofit/>
              </a:bodyPr>
              <a:lstStyle/>
              <a:p>
                <a:pPr marL="0" marR="0" lvl="0" indent="0" algn="ctr" rtl="0">
                  <a:spcBef>
                    <a:spcPts val="0"/>
                  </a:spcBef>
                  <a:spcAft>
                    <a:spcPts val="0"/>
                  </a:spcAft>
                  <a:buNone/>
                </a:pPr>
                <a:endParaRPr sz="1320" dirty="0">
                  <a:solidFill>
                    <a:schemeClr val="lt1"/>
                  </a:solidFill>
                  <a:latin typeface="Arial"/>
                  <a:ea typeface="Arial"/>
                  <a:cs typeface="Arial"/>
                  <a:sym typeface="Arial"/>
                </a:endParaRPr>
              </a:p>
            </p:txBody>
          </p:sp>
          <p:cxnSp>
            <p:nvCxnSpPr>
              <p:cNvPr id="38" name="Straight Connector 37">
                <a:extLst>
                  <a:ext uri="{FF2B5EF4-FFF2-40B4-BE49-F238E27FC236}">
                    <a16:creationId xmlns:a16="http://schemas.microsoft.com/office/drawing/2014/main" id="{5E8E25C4-70A7-16A3-D359-4264869FE7FC}"/>
                  </a:ext>
                </a:extLst>
              </p:cNvPr>
              <p:cNvCxnSpPr>
                <a:cxnSpLocks/>
              </p:cNvCxnSpPr>
              <p:nvPr/>
            </p:nvCxnSpPr>
            <p:spPr>
              <a:xfrm>
                <a:off x="2773067" y="2453530"/>
                <a:ext cx="220965" cy="0"/>
              </a:xfrm>
              <a:prstGeom prst="line">
                <a:avLst/>
              </a:prstGeom>
              <a:ln w="38100">
                <a:headEnd type="none" w="med" len="med"/>
                <a:tailEnd type="triangle" w="med" len="med"/>
              </a:ln>
            </p:spPr>
            <p:style>
              <a:lnRef idx="1">
                <a:schemeClr val="dk1"/>
              </a:lnRef>
              <a:fillRef idx="0">
                <a:schemeClr val="dk1"/>
              </a:fillRef>
              <a:effectRef idx="0">
                <a:schemeClr val="dk1"/>
              </a:effectRef>
              <a:fontRef idx="minor">
                <a:schemeClr val="tx1"/>
              </a:fontRef>
            </p:style>
          </p:cxnSp>
        </p:grpSp>
      </p:grpSp>
      <p:grpSp>
        <p:nvGrpSpPr>
          <p:cNvPr id="41" name="Group 40">
            <a:extLst>
              <a:ext uri="{FF2B5EF4-FFF2-40B4-BE49-F238E27FC236}">
                <a16:creationId xmlns:a16="http://schemas.microsoft.com/office/drawing/2014/main" id="{DA5FF91C-EFCB-D8D4-BDDC-AC9FEA5E0E6D}"/>
              </a:ext>
            </a:extLst>
          </p:cNvPr>
          <p:cNvGrpSpPr/>
          <p:nvPr/>
        </p:nvGrpSpPr>
        <p:grpSpPr>
          <a:xfrm>
            <a:off x="101817" y="-1484551"/>
            <a:ext cx="8940365" cy="1472053"/>
            <a:chOff x="101817" y="862745"/>
            <a:chExt cx="8940365" cy="1472053"/>
          </a:xfrm>
        </p:grpSpPr>
        <p:sp>
          <p:nvSpPr>
            <p:cNvPr id="42" name="Google Shape;204;p27">
              <a:extLst>
                <a:ext uri="{FF2B5EF4-FFF2-40B4-BE49-F238E27FC236}">
                  <a16:creationId xmlns:a16="http://schemas.microsoft.com/office/drawing/2014/main" id="{B2A407AA-D1C5-ED92-FB16-1E8239FC6589}"/>
                </a:ext>
              </a:extLst>
            </p:cNvPr>
            <p:cNvSpPr/>
            <p:nvPr/>
          </p:nvSpPr>
          <p:spPr>
            <a:xfrm>
              <a:off x="101817" y="862745"/>
              <a:ext cx="8940365" cy="1472053"/>
            </a:xfrm>
            <a:prstGeom prst="rect">
              <a:avLst/>
            </a:prstGeom>
            <a:solidFill>
              <a:srgbClr val="BEF2C7">
                <a:alpha val="31760"/>
              </a:srgbClr>
            </a:solidFill>
            <a:ln w="17975" cap="flat" cmpd="sng">
              <a:solidFill>
                <a:srgbClr val="082836"/>
              </a:solidFill>
              <a:prstDash val="solid"/>
              <a:miter lim="800000"/>
              <a:headEnd type="none" w="sm" len="sm"/>
              <a:tailEnd type="none" w="sm" len="sm"/>
            </a:ln>
          </p:spPr>
          <p:txBody>
            <a:bodyPr spcFirstLastPara="1" wrap="square" lIns="64700" tIns="32350" rIns="64700" bIns="32350" anchor="t" anchorCtr="0">
              <a:noAutofit/>
            </a:bodyPr>
            <a:lstStyle/>
            <a:p>
              <a:pPr marL="0" marR="0" lvl="0" indent="0" algn="l" rtl="0">
                <a:spcBef>
                  <a:spcPts val="0"/>
                </a:spcBef>
                <a:spcAft>
                  <a:spcPts val="0"/>
                </a:spcAft>
                <a:buNone/>
              </a:pPr>
              <a:r>
                <a:rPr lang="en" sz="1320" b="0" i="0" u="none" strike="noStrike" cap="none" dirty="0">
                  <a:solidFill>
                    <a:schemeClr val="dk1"/>
                  </a:solidFill>
                  <a:latin typeface="Arial"/>
                  <a:ea typeface="Arial"/>
                  <a:cs typeface="Arial"/>
                  <a:sym typeface="Arial"/>
                </a:rPr>
                <a:t>7-observation moving window:</a:t>
              </a:r>
              <a:endParaRPr sz="1037" dirty="0"/>
            </a:p>
          </p:txBody>
        </p:sp>
        <p:sp>
          <p:nvSpPr>
            <p:cNvPr id="43" name="Google Shape;205;p27">
              <a:extLst>
                <a:ext uri="{FF2B5EF4-FFF2-40B4-BE49-F238E27FC236}">
                  <a16:creationId xmlns:a16="http://schemas.microsoft.com/office/drawing/2014/main" id="{09F33B08-CEAE-07E7-6FFA-52B181BB47B4}"/>
                </a:ext>
              </a:extLst>
            </p:cNvPr>
            <p:cNvSpPr/>
            <p:nvPr/>
          </p:nvSpPr>
          <p:spPr>
            <a:xfrm>
              <a:off x="821909" y="1221856"/>
              <a:ext cx="631500" cy="631500"/>
            </a:xfrm>
            <a:prstGeom prst="ellipse">
              <a:avLst/>
            </a:prstGeom>
            <a:solidFill>
              <a:srgbClr val="92D050"/>
            </a:solidFill>
            <a:ln w="15425" cap="flat" cmpd="sng">
              <a:solidFill>
                <a:srgbClr val="082836"/>
              </a:solidFill>
              <a:prstDash val="solid"/>
              <a:miter lim="800000"/>
              <a:headEnd type="none" w="sm" len="sm"/>
              <a:tailEnd type="none" w="sm" len="sm"/>
            </a:ln>
          </p:spPr>
          <p:txBody>
            <a:bodyPr spcFirstLastPara="1" wrap="square" lIns="55550" tIns="27775" rIns="55550" bIns="27775" anchor="ctr" anchorCtr="0">
              <a:noAutofit/>
            </a:bodyPr>
            <a:lstStyle/>
            <a:p>
              <a:pPr marL="0" marR="0" lvl="0" indent="0" algn="ctr" rtl="0">
                <a:spcBef>
                  <a:spcPts val="0"/>
                </a:spcBef>
                <a:spcAft>
                  <a:spcPts val="0"/>
                </a:spcAft>
                <a:buNone/>
              </a:pPr>
              <a:endParaRPr sz="1134" dirty="0">
                <a:solidFill>
                  <a:schemeClr val="lt1"/>
                </a:solidFill>
                <a:latin typeface="Arial"/>
                <a:ea typeface="Arial"/>
                <a:cs typeface="Arial"/>
                <a:sym typeface="Arial"/>
              </a:endParaRPr>
            </a:p>
          </p:txBody>
        </p:sp>
        <p:sp>
          <p:nvSpPr>
            <p:cNvPr id="44" name="Google Shape;206;p27">
              <a:extLst>
                <a:ext uri="{FF2B5EF4-FFF2-40B4-BE49-F238E27FC236}">
                  <a16:creationId xmlns:a16="http://schemas.microsoft.com/office/drawing/2014/main" id="{19CC0E6E-E4B1-748B-D3CF-5EA2522F9D90}"/>
                </a:ext>
              </a:extLst>
            </p:cNvPr>
            <p:cNvSpPr/>
            <p:nvPr/>
          </p:nvSpPr>
          <p:spPr>
            <a:xfrm>
              <a:off x="2100002" y="1221884"/>
              <a:ext cx="631500" cy="631500"/>
            </a:xfrm>
            <a:prstGeom prst="ellipse">
              <a:avLst/>
            </a:prstGeom>
            <a:solidFill>
              <a:srgbClr val="92D050"/>
            </a:solidFill>
            <a:ln w="15425" cap="flat" cmpd="sng">
              <a:solidFill>
                <a:srgbClr val="082836"/>
              </a:solidFill>
              <a:prstDash val="solid"/>
              <a:miter lim="800000"/>
              <a:headEnd type="none" w="sm" len="sm"/>
              <a:tailEnd type="none" w="sm" len="sm"/>
            </a:ln>
          </p:spPr>
          <p:txBody>
            <a:bodyPr spcFirstLastPara="1" wrap="square" lIns="55550" tIns="27775" rIns="55550" bIns="27775" anchor="ctr" anchorCtr="0">
              <a:noAutofit/>
            </a:bodyPr>
            <a:lstStyle/>
            <a:p>
              <a:pPr marL="0" marR="0" lvl="0" indent="0" algn="ctr" rtl="0">
                <a:spcBef>
                  <a:spcPts val="0"/>
                </a:spcBef>
                <a:spcAft>
                  <a:spcPts val="0"/>
                </a:spcAft>
                <a:buNone/>
              </a:pPr>
              <a:endParaRPr sz="1134" dirty="0">
                <a:solidFill>
                  <a:schemeClr val="lt1"/>
                </a:solidFill>
                <a:latin typeface="Arial"/>
                <a:ea typeface="Arial"/>
                <a:cs typeface="Arial"/>
                <a:sym typeface="Arial"/>
              </a:endParaRPr>
            </a:p>
          </p:txBody>
        </p:sp>
        <p:sp>
          <p:nvSpPr>
            <p:cNvPr id="45" name="Google Shape;207;p27">
              <a:extLst>
                <a:ext uri="{FF2B5EF4-FFF2-40B4-BE49-F238E27FC236}">
                  <a16:creationId xmlns:a16="http://schemas.microsoft.com/office/drawing/2014/main" id="{F2E9D29C-20BE-702E-D7FB-1BCB28A38905}"/>
                </a:ext>
              </a:extLst>
            </p:cNvPr>
            <p:cNvSpPr/>
            <p:nvPr/>
          </p:nvSpPr>
          <p:spPr>
            <a:xfrm>
              <a:off x="3398463" y="1221884"/>
              <a:ext cx="631500" cy="631500"/>
            </a:xfrm>
            <a:prstGeom prst="ellipse">
              <a:avLst/>
            </a:prstGeom>
            <a:solidFill>
              <a:srgbClr val="92D050"/>
            </a:solidFill>
            <a:ln w="15425" cap="flat" cmpd="sng">
              <a:solidFill>
                <a:srgbClr val="082836"/>
              </a:solidFill>
              <a:prstDash val="solid"/>
              <a:miter lim="800000"/>
              <a:headEnd type="none" w="sm" len="sm"/>
              <a:tailEnd type="none" w="sm" len="sm"/>
            </a:ln>
          </p:spPr>
          <p:txBody>
            <a:bodyPr spcFirstLastPara="1" wrap="square" lIns="55550" tIns="27775" rIns="55550" bIns="27775" anchor="ctr" anchorCtr="0">
              <a:noAutofit/>
            </a:bodyPr>
            <a:lstStyle/>
            <a:p>
              <a:pPr marL="0" marR="0" lvl="0" indent="0" algn="ctr" rtl="0">
                <a:spcBef>
                  <a:spcPts val="0"/>
                </a:spcBef>
                <a:spcAft>
                  <a:spcPts val="0"/>
                </a:spcAft>
                <a:buNone/>
              </a:pPr>
              <a:endParaRPr sz="1134" dirty="0">
                <a:solidFill>
                  <a:schemeClr val="lt1"/>
                </a:solidFill>
                <a:latin typeface="Arial"/>
                <a:ea typeface="Arial"/>
                <a:cs typeface="Arial"/>
                <a:sym typeface="Arial"/>
              </a:endParaRPr>
            </a:p>
          </p:txBody>
        </p:sp>
        <p:sp>
          <p:nvSpPr>
            <p:cNvPr id="46" name="Google Shape;208;p27">
              <a:extLst>
                <a:ext uri="{FF2B5EF4-FFF2-40B4-BE49-F238E27FC236}">
                  <a16:creationId xmlns:a16="http://schemas.microsoft.com/office/drawing/2014/main" id="{40FC3AD7-A6A6-F855-2CE5-422E436BA2D1}"/>
                </a:ext>
              </a:extLst>
            </p:cNvPr>
            <p:cNvSpPr/>
            <p:nvPr/>
          </p:nvSpPr>
          <p:spPr>
            <a:xfrm>
              <a:off x="4047694" y="1221884"/>
              <a:ext cx="631500" cy="631500"/>
            </a:xfrm>
            <a:prstGeom prst="ellipse">
              <a:avLst/>
            </a:prstGeom>
            <a:solidFill>
              <a:srgbClr val="92D050"/>
            </a:solidFill>
            <a:ln w="15425" cap="flat" cmpd="sng">
              <a:solidFill>
                <a:srgbClr val="082836"/>
              </a:solidFill>
              <a:prstDash val="solid"/>
              <a:miter lim="800000"/>
              <a:headEnd type="none" w="sm" len="sm"/>
              <a:tailEnd type="none" w="sm" len="sm"/>
            </a:ln>
          </p:spPr>
          <p:txBody>
            <a:bodyPr spcFirstLastPara="1" wrap="square" lIns="55550" tIns="27775" rIns="55550" bIns="27775" anchor="ctr" anchorCtr="0">
              <a:noAutofit/>
            </a:bodyPr>
            <a:lstStyle/>
            <a:p>
              <a:pPr marL="0" marR="0" lvl="0" indent="0" algn="ctr" rtl="0">
                <a:spcBef>
                  <a:spcPts val="0"/>
                </a:spcBef>
                <a:spcAft>
                  <a:spcPts val="0"/>
                </a:spcAft>
                <a:buNone/>
              </a:pPr>
              <a:endParaRPr sz="1134" dirty="0">
                <a:solidFill>
                  <a:schemeClr val="lt1"/>
                </a:solidFill>
                <a:latin typeface="Arial"/>
                <a:ea typeface="Arial"/>
                <a:cs typeface="Arial"/>
                <a:sym typeface="Arial"/>
              </a:endParaRPr>
            </a:p>
          </p:txBody>
        </p:sp>
        <p:sp>
          <p:nvSpPr>
            <p:cNvPr id="47" name="Google Shape;209;p27">
              <a:extLst>
                <a:ext uri="{FF2B5EF4-FFF2-40B4-BE49-F238E27FC236}">
                  <a16:creationId xmlns:a16="http://schemas.microsoft.com/office/drawing/2014/main" id="{7466D708-1D9C-8A83-BC47-71F16BA86A54}"/>
                </a:ext>
              </a:extLst>
            </p:cNvPr>
            <p:cNvSpPr/>
            <p:nvPr/>
          </p:nvSpPr>
          <p:spPr>
            <a:xfrm>
              <a:off x="5346154" y="1235201"/>
              <a:ext cx="631500" cy="631500"/>
            </a:xfrm>
            <a:prstGeom prst="ellipse">
              <a:avLst/>
            </a:prstGeom>
            <a:solidFill>
              <a:srgbClr val="92D050"/>
            </a:solidFill>
            <a:ln w="15425" cap="flat" cmpd="sng">
              <a:solidFill>
                <a:srgbClr val="082836"/>
              </a:solidFill>
              <a:prstDash val="solid"/>
              <a:miter lim="800000"/>
              <a:headEnd type="none" w="sm" len="sm"/>
              <a:tailEnd type="none" w="sm" len="sm"/>
            </a:ln>
          </p:spPr>
          <p:txBody>
            <a:bodyPr spcFirstLastPara="1" wrap="square" lIns="55550" tIns="27775" rIns="55550" bIns="27775" anchor="ctr" anchorCtr="0">
              <a:noAutofit/>
            </a:bodyPr>
            <a:lstStyle/>
            <a:p>
              <a:pPr marL="0" marR="0" lvl="0" indent="0" algn="ctr" rtl="0">
                <a:spcBef>
                  <a:spcPts val="0"/>
                </a:spcBef>
                <a:spcAft>
                  <a:spcPts val="0"/>
                </a:spcAft>
                <a:buNone/>
              </a:pPr>
              <a:endParaRPr sz="1134" dirty="0">
                <a:solidFill>
                  <a:schemeClr val="lt1"/>
                </a:solidFill>
                <a:latin typeface="Arial"/>
                <a:ea typeface="Arial"/>
                <a:cs typeface="Arial"/>
                <a:sym typeface="Arial"/>
              </a:endParaRPr>
            </a:p>
          </p:txBody>
        </p:sp>
        <p:sp>
          <p:nvSpPr>
            <p:cNvPr id="48" name="Google Shape;210;p27">
              <a:extLst>
                <a:ext uri="{FF2B5EF4-FFF2-40B4-BE49-F238E27FC236}">
                  <a16:creationId xmlns:a16="http://schemas.microsoft.com/office/drawing/2014/main" id="{8C5119D2-1142-63DA-9E73-CD84E9D9753D}"/>
                </a:ext>
              </a:extLst>
            </p:cNvPr>
            <p:cNvSpPr/>
            <p:nvPr/>
          </p:nvSpPr>
          <p:spPr>
            <a:xfrm>
              <a:off x="7293844" y="1221884"/>
              <a:ext cx="631500" cy="631500"/>
            </a:xfrm>
            <a:prstGeom prst="ellipse">
              <a:avLst/>
            </a:prstGeom>
            <a:solidFill>
              <a:srgbClr val="92D050"/>
            </a:solidFill>
            <a:ln w="15425" cap="flat" cmpd="sng">
              <a:solidFill>
                <a:srgbClr val="082836"/>
              </a:solidFill>
              <a:prstDash val="solid"/>
              <a:miter lim="800000"/>
              <a:headEnd type="none" w="sm" len="sm"/>
              <a:tailEnd type="none" w="sm" len="sm"/>
            </a:ln>
          </p:spPr>
          <p:txBody>
            <a:bodyPr spcFirstLastPara="1" wrap="square" lIns="55550" tIns="27775" rIns="55550" bIns="27775" anchor="ctr" anchorCtr="0">
              <a:noAutofit/>
            </a:bodyPr>
            <a:lstStyle/>
            <a:p>
              <a:pPr marL="0" marR="0" lvl="0" indent="0" algn="ctr" rtl="0">
                <a:spcBef>
                  <a:spcPts val="0"/>
                </a:spcBef>
                <a:spcAft>
                  <a:spcPts val="0"/>
                </a:spcAft>
                <a:buNone/>
              </a:pPr>
              <a:endParaRPr sz="1134" dirty="0">
                <a:solidFill>
                  <a:schemeClr val="lt1"/>
                </a:solidFill>
                <a:latin typeface="Arial"/>
                <a:ea typeface="Arial"/>
                <a:cs typeface="Arial"/>
                <a:sym typeface="Arial"/>
              </a:endParaRPr>
            </a:p>
          </p:txBody>
        </p:sp>
        <p:sp>
          <p:nvSpPr>
            <p:cNvPr id="49" name="Google Shape;211;p27">
              <a:extLst>
                <a:ext uri="{FF2B5EF4-FFF2-40B4-BE49-F238E27FC236}">
                  <a16:creationId xmlns:a16="http://schemas.microsoft.com/office/drawing/2014/main" id="{6200D93B-E2F8-94AF-5206-71E3EB4331C4}"/>
                </a:ext>
              </a:extLst>
            </p:cNvPr>
            <p:cNvSpPr/>
            <p:nvPr/>
          </p:nvSpPr>
          <p:spPr>
            <a:xfrm>
              <a:off x="172679" y="1221856"/>
              <a:ext cx="631500" cy="631500"/>
            </a:xfrm>
            <a:prstGeom prst="ellipse">
              <a:avLst/>
            </a:prstGeom>
            <a:solidFill>
              <a:srgbClr val="92D050"/>
            </a:solidFill>
            <a:ln w="15425" cap="flat" cmpd="sng">
              <a:solidFill>
                <a:srgbClr val="082836"/>
              </a:solidFill>
              <a:prstDash val="solid"/>
              <a:miter lim="800000"/>
              <a:headEnd type="none" w="sm" len="sm"/>
              <a:tailEnd type="none" w="sm" len="sm"/>
            </a:ln>
          </p:spPr>
          <p:txBody>
            <a:bodyPr spcFirstLastPara="1" wrap="square" lIns="55550" tIns="27775" rIns="55550" bIns="27775" anchor="ctr" anchorCtr="0">
              <a:noAutofit/>
            </a:bodyPr>
            <a:lstStyle/>
            <a:p>
              <a:pPr marL="0" marR="0" lvl="0" indent="0" algn="ctr" rtl="0">
                <a:spcBef>
                  <a:spcPts val="0"/>
                </a:spcBef>
                <a:spcAft>
                  <a:spcPts val="0"/>
                </a:spcAft>
                <a:buNone/>
              </a:pPr>
              <a:endParaRPr sz="1134" dirty="0">
                <a:solidFill>
                  <a:schemeClr val="lt1"/>
                </a:solidFill>
                <a:latin typeface="Arial"/>
                <a:ea typeface="Arial"/>
                <a:cs typeface="Arial"/>
                <a:sym typeface="Arial"/>
              </a:endParaRPr>
            </a:p>
          </p:txBody>
        </p:sp>
        <p:sp>
          <p:nvSpPr>
            <p:cNvPr id="50" name="Google Shape;212;p27">
              <a:extLst>
                <a:ext uri="{FF2B5EF4-FFF2-40B4-BE49-F238E27FC236}">
                  <a16:creationId xmlns:a16="http://schemas.microsoft.com/office/drawing/2014/main" id="{49CD9E0D-29E2-9F38-E865-9F50D24F84A6}"/>
                </a:ext>
              </a:extLst>
            </p:cNvPr>
            <p:cNvSpPr/>
            <p:nvPr/>
          </p:nvSpPr>
          <p:spPr>
            <a:xfrm>
              <a:off x="5995383" y="1221884"/>
              <a:ext cx="631500" cy="631500"/>
            </a:xfrm>
            <a:prstGeom prst="ellipse">
              <a:avLst/>
            </a:prstGeom>
            <a:noFill/>
            <a:ln w="15425" cap="flat" cmpd="sng">
              <a:solidFill>
                <a:srgbClr val="082836"/>
              </a:solidFill>
              <a:prstDash val="dash"/>
              <a:miter lim="800000"/>
              <a:headEnd type="none" w="sm" len="sm"/>
              <a:tailEnd type="none" w="sm" len="sm"/>
            </a:ln>
          </p:spPr>
          <p:txBody>
            <a:bodyPr spcFirstLastPara="1" wrap="square" lIns="55550" tIns="27775" rIns="55550" bIns="27775" anchor="ctr" anchorCtr="0">
              <a:noAutofit/>
            </a:bodyPr>
            <a:lstStyle/>
            <a:p>
              <a:pPr marL="0" marR="0" lvl="0" indent="0" algn="ctr" rtl="0">
                <a:spcBef>
                  <a:spcPts val="0"/>
                </a:spcBef>
                <a:spcAft>
                  <a:spcPts val="0"/>
                </a:spcAft>
                <a:buNone/>
              </a:pPr>
              <a:r>
                <a:rPr lang="en" sz="1701" dirty="0">
                  <a:solidFill>
                    <a:schemeClr val="dk1"/>
                  </a:solidFill>
                  <a:latin typeface="Arial"/>
                  <a:ea typeface="Arial"/>
                  <a:cs typeface="Arial"/>
                  <a:sym typeface="Arial"/>
                </a:rPr>
                <a:t>-</a:t>
              </a:r>
              <a:endParaRPr sz="891" dirty="0"/>
            </a:p>
          </p:txBody>
        </p:sp>
        <p:sp>
          <p:nvSpPr>
            <p:cNvPr id="51" name="Google Shape;213;p27">
              <a:extLst>
                <a:ext uri="{FF2B5EF4-FFF2-40B4-BE49-F238E27FC236}">
                  <a16:creationId xmlns:a16="http://schemas.microsoft.com/office/drawing/2014/main" id="{2579D46C-5D79-B58E-BDC3-423177B8BB96}"/>
                </a:ext>
              </a:extLst>
            </p:cNvPr>
            <p:cNvSpPr/>
            <p:nvPr/>
          </p:nvSpPr>
          <p:spPr>
            <a:xfrm>
              <a:off x="6644613" y="1212370"/>
              <a:ext cx="631500" cy="631500"/>
            </a:xfrm>
            <a:prstGeom prst="ellipse">
              <a:avLst/>
            </a:prstGeom>
            <a:noFill/>
            <a:ln w="15425" cap="flat" cmpd="sng">
              <a:solidFill>
                <a:srgbClr val="082836"/>
              </a:solidFill>
              <a:prstDash val="dash"/>
              <a:miter lim="800000"/>
              <a:headEnd type="none" w="sm" len="sm"/>
              <a:tailEnd type="none" w="sm" len="sm"/>
            </a:ln>
          </p:spPr>
          <p:txBody>
            <a:bodyPr spcFirstLastPara="1" wrap="square" lIns="55550" tIns="27775" rIns="55550" bIns="27775" anchor="ctr" anchorCtr="0">
              <a:noAutofit/>
            </a:bodyPr>
            <a:lstStyle/>
            <a:p>
              <a:pPr marL="0" marR="0" lvl="0" indent="0" algn="ctr" rtl="0">
                <a:spcBef>
                  <a:spcPts val="0"/>
                </a:spcBef>
                <a:spcAft>
                  <a:spcPts val="0"/>
                </a:spcAft>
                <a:buNone/>
              </a:pPr>
              <a:r>
                <a:rPr lang="en" sz="1701" dirty="0">
                  <a:solidFill>
                    <a:schemeClr val="dk1"/>
                  </a:solidFill>
                  <a:latin typeface="Arial"/>
                  <a:ea typeface="Arial"/>
                  <a:cs typeface="Arial"/>
                  <a:sym typeface="Arial"/>
                </a:rPr>
                <a:t>-</a:t>
              </a:r>
              <a:endParaRPr sz="891" dirty="0"/>
            </a:p>
          </p:txBody>
        </p:sp>
        <p:sp>
          <p:nvSpPr>
            <p:cNvPr id="53" name="Google Shape;215;p27">
              <a:extLst>
                <a:ext uri="{FF2B5EF4-FFF2-40B4-BE49-F238E27FC236}">
                  <a16:creationId xmlns:a16="http://schemas.microsoft.com/office/drawing/2014/main" id="{BD7D4DAC-1AF9-6B35-AF2A-1A26DB594395}"/>
                </a:ext>
              </a:extLst>
            </p:cNvPr>
            <p:cNvSpPr/>
            <p:nvPr/>
          </p:nvSpPr>
          <p:spPr>
            <a:xfrm>
              <a:off x="4696924" y="1235201"/>
              <a:ext cx="631500" cy="631500"/>
            </a:xfrm>
            <a:prstGeom prst="ellipse">
              <a:avLst/>
            </a:prstGeom>
            <a:noFill/>
            <a:ln w="15425" cap="flat" cmpd="sng">
              <a:solidFill>
                <a:srgbClr val="082836"/>
              </a:solidFill>
              <a:prstDash val="dash"/>
              <a:miter lim="800000"/>
              <a:headEnd type="none" w="sm" len="sm"/>
              <a:tailEnd type="none" w="sm" len="sm"/>
            </a:ln>
          </p:spPr>
          <p:txBody>
            <a:bodyPr spcFirstLastPara="1" wrap="square" lIns="55550" tIns="27775" rIns="55550" bIns="27775" anchor="ctr" anchorCtr="0">
              <a:noAutofit/>
            </a:bodyPr>
            <a:lstStyle/>
            <a:p>
              <a:pPr marL="0" marR="0" lvl="0" indent="0" algn="ctr" rtl="0">
                <a:spcBef>
                  <a:spcPts val="0"/>
                </a:spcBef>
                <a:spcAft>
                  <a:spcPts val="0"/>
                </a:spcAft>
                <a:buNone/>
              </a:pPr>
              <a:r>
                <a:rPr lang="en" sz="1701">
                  <a:solidFill>
                    <a:schemeClr val="dk1"/>
                  </a:solidFill>
                  <a:latin typeface="Arial"/>
                  <a:ea typeface="Arial"/>
                  <a:cs typeface="Arial"/>
                  <a:sym typeface="Arial"/>
                </a:rPr>
                <a:t>-</a:t>
              </a:r>
              <a:endParaRPr sz="891"/>
            </a:p>
          </p:txBody>
        </p:sp>
        <p:sp>
          <p:nvSpPr>
            <p:cNvPr id="54" name="Google Shape;215;p27">
              <a:extLst>
                <a:ext uri="{FF2B5EF4-FFF2-40B4-BE49-F238E27FC236}">
                  <a16:creationId xmlns:a16="http://schemas.microsoft.com/office/drawing/2014/main" id="{35B55AC5-EA5C-ED40-6010-B4782455B09F}"/>
                </a:ext>
              </a:extLst>
            </p:cNvPr>
            <p:cNvSpPr/>
            <p:nvPr/>
          </p:nvSpPr>
          <p:spPr>
            <a:xfrm>
              <a:off x="7925344" y="1212370"/>
              <a:ext cx="631500" cy="631500"/>
            </a:xfrm>
            <a:prstGeom prst="ellipse">
              <a:avLst/>
            </a:prstGeom>
            <a:noFill/>
            <a:ln w="15425" cap="flat" cmpd="sng">
              <a:solidFill>
                <a:srgbClr val="082836"/>
              </a:solidFill>
              <a:prstDash val="dash"/>
              <a:miter lim="800000"/>
              <a:headEnd type="none" w="sm" len="sm"/>
              <a:tailEnd type="none" w="sm" len="sm"/>
            </a:ln>
          </p:spPr>
          <p:txBody>
            <a:bodyPr spcFirstLastPara="1" wrap="square" lIns="55550" tIns="27775" rIns="55550" bIns="27775" anchor="ctr" anchorCtr="0">
              <a:noAutofit/>
            </a:bodyPr>
            <a:lstStyle/>
            <a:p>
              <a:pPr marL="0" marR="0" lvl="0" indent="0" algn="ctr" rtl="0">
                <a:spcBef>
                  <a:spcPts val="0"/>
                </a:spcBef>
                <a:spcAft>
                  <a:spcPts val="0"/>
                </a:spcAft>
                <a:buNone/>
              </a:pPr>
              <a:r>
                <a:rPr lang="en" sz="1701" dirty="0">
                  <a:solidFill>
                    <a:schemeClr val="dk1"/>
                  </a:solidFill>
                  <a:latin typeface="Arial"/>
                  <a:ea typeface="Arial"/>
                  <a:cs typeface="Arial"/>
                  <a:sym typeface="Arial"/>
                </a:rPr>
                <a:t>-</a:t>
              </a:r>
              <a:endParaRPr sz="891" dirty="0"/>
            </a:p>
          </p:txBody>
        </p:sp>
        <p:sp>
          <p:nvSpPr>
            <p:cNvPr id="55" name="Google Shape;218;p27">
              <a:extLst>
                <a:ext uri="{FF2B5EF4-FFF2-40B4-BE49-F238E27FC236}">
                  <a16:creationId xmlns:a16="http://schemas.microsoft.com/office/drawing/2014/main" id="{E1BD2ECA-C8A1-ACE7-E245-2A17023A08C7}"/>
                </a:ext>
              </a:extLst>
            </p:cNvPr>
            <p:cNvSpPr txBox="1"/>
            <p:nvPr/>
          </p:nvSpPr>
          <p:spPr>
            <a:xfrm>
              <a:off x="8382403" y="894005"/>
              <a:ext cx="637917" cy="268464"/>
            </a:xfrm>
            <a:prstGeom prst="rect">
              <a:avLst/>
            </a:prstGeom>
            <a:noFill/>
            <a:ln>
              <a:noFill/>
            </a:ln>
          </p:spPr>
          <p:txBody>
            <a:bodyPr spcFirstLastPara="1" wrap="square" lIns="64700" tIns="32350" rIns="64700" bIns="32350" anchor="t" anchorCtr="0">
              <a:spAutoFit/>
            </a:bodyPr>
            <a:lstStyle/>
            <a:p>
              <a:pPr marL="0" marR="0" lvl="0" indent="0" algn="ctr" rtl="0">
                <a:spcBef>
                  <a:spcPts val="0"/>
                </a:spcBef>
                <a:spcAft>
                  <a:spcPts val="0"/>
                </a:spcAft>
                <a:buNone/>
              </a:pPr>
              <a:r>
                <a:rPr lang="en" sz="1320" dirty="0">
                  <a:solidFill>
                    <a:schemeClr val="dk1"/>
                  </a:solidFill>
                  <a:latin typeface="Arial"/>
                  <a:ea typeface="Arial"/>
                  <a:cs typeface="Arial"/>
                  <a:sym typeface="Arial"/>
                </a:rPr>
                <a:t>Today</a:t>
              </a:r>
              <a:endParaRPr sz="1037" dirty="0"/>
            </a:p>
          </p:txBody>
        </p:sp>
        <p:cxnSp>
          <p:nvCxnSpPr>
            <p:cNvPr id="56" name="Straight Connector 55">
              <a:extLst>
                <a:ext uri="{FF2B5EF4-FFF2-40B4-BE49-F238E27FC236}">
                  <a16:creationId xmlns:a16="http://schemas.microsoft.com/office/drawing/2014/main" id="{91A73B15-7193-9161-6851-C53883DC7B99}"/>
                </a:ext>
              </a:extLst>
            </p:cNvPr>
            <p:cNvCxnSpPr>
              <a:cxnSpLocks/>
            </p:cNvCxnSpPr>
            <p:nvPr/>
          </p:nvCxnSpPr>
          <p:spPr>
            <a:xfrm>
              <a:off x="8701362" y="1212370"/>
              <a:ext cx="0" cy="631500"/>
            </a:xfrm>
            <a:prstGeom prst="line">
              <a:avLst/>
            </a:prstGeom>
            <a:ln w="38100"/>
          </p:spPr>
          <p:style>
            <a:lnRef idx="1">
              <a:schemeClr val="dk1"/>
            </a:lnRef>
            <a:fillRef idx="0">
              <a:schemeClr val="dk1"/>
            </a:fillRef>
            <a:effectRef idx="0">
              <a:schemeClr val="dk1"/>
            </a:effectRef>
            <a:fontRef idx="minor">
              <a:schemeClr val="tx1"/>
            </a:fontRef>
          </p:style>
        </p:cxnSp>
        <p:sp>
          <p:nvSpPr>
            <p:cNvPr id="57" name="Google Shape;214;p27">
              <a:extLst>
                <a:ext uri="{FF2B5EF4-FFF2-40B4-BE49-F238E27FC236}">
                  <a16:creationId xmlns:a16="http://schemas.microsoft.com/office/drawing/2014/main" id="{AD98F1FF-502A-9862-0EB9-3F7BDC229EA9}"/>
                </a:ext>
              </a:extLst>
            </p:cNvPr>
            <p:cNvSpPr/>
            <p:nvPr/>
          </p:nvSpPr>
          <p:spPr>
            <a:xfrm>
              <a:off x="1460945" y="1221856"/>
              <a:ext cx="631500" cy="631500"/>
            </a:xfrm>
            <a:prstGeom prst="ellipse">
              <a:avLst/>
            </a:prstGeom>
            <a:noFill/>
            <a:ln w="15425" cap="flat" cmpd="sng">
              <a:solidFill>
                <a:srgbClr val="082836"/>
              </a:solidFill>
              <a:prstDash val="dash"/>
              <a:miter lim="800000"/>
              <a:headEnd type="none" w="sm" len="sm"/>
              <a:tailEnd type="none" w="sm" len="sm"/>
            </a:ln>
          </p:spPr>
          <p:txBody>
            <a:bodyPr spcFirstLastPara="1" wrap="square" lIns="55550" tIns="27775" rIns="55550" bIns="27775" anchor="ctr" anchorCtr="0">
              <a:noAutofit/>
            </a:bodyPr>
            <a:lstStyle/>
            <a:p>
              <a:pPr marL="0" marR="0" lvl="0" indent="0" algn="ctr" rtl="0">
                <a:spcBef>
                  <a:spcPts val="0"/>
                </a:spcBef>
                <a:spcAft>
                  <a:spcPts val="0"/>
                </a:spcAft>
                <a:buNone/>
              </a:pPr>
              <a:r>
                <a:rPr lang="en" sz="1701" dirty="0">
                  <a:solidFill>
                    <a:schemeClr val="dk1"/>
                  </a:solidFill>
                  <a:latin typeface="Arial"/>
                  <a:ea typeface="Arial"/>
                  <a:cs typeface="Arial"/>
                  <a:sym typeface="Arial"/>
                </a:rPr>
                <a:t>-</a:t>
              </a:r>
              <a:endParaRPr sz="891" dirty="0"/>
            </a:p>
          </p:txBody>
        </p:sp>
        <p:sp>
          <p:nvSpPr>
            <p:cNvPr id="199" name="Google Shape;206;p27">
              <a:extLst>
                <a:ext uri="{FF2B5EF4-FFF2-40B4-BE49-F238E27FC236}">
                  <a16:creationId xmlns:a16="http://schemas.microsoft.com/office/drawing/2014/main" id="{2BC1F3CC-E432-A125-6350-27A2B5AFF770}"/>
                </a:ext>
              </a:extLst>
            </p:cNvPr>
            <p:cNvSpPr/>
            <p:nvPr/>
          </p:nvSpPr>
          <p:spPr>
            <a:xfrm>
              <a:off x="2754319" y="1216925"/>
              <a:ext cx="631500" cy="631500"/>
            </a:xfrm>
            <a:prstGeom prst="ellipse">
              <a:avLst/>
            </a:prstGeom>
            <a:solidFill>
              <a:srgbClr val="92D050"/>
            </a:solidFill>
            <a:ln w="15425" cap="flat" cmpd="sng">
              <a:solidFill>
                <a:srgbClr val="082836"/>
              </a:solidFill>
              <a:prstDash val="solid"/>
              <a:miter lim="800000"/>
              <a:headEnd type="none" w="sm" len="sm"/>
              <a:tailEnd type="none" w="sm" len="sm"/>
            </a:ln>
          </p:spPr>
          <p:txBody>
            <a:bodyPr spcFirstLastPara="1" wrap="square" lIns="55550" tIns="27775" rIns="55550" bIns="27775" anchor="ctr" anchorCtr="0">
              <a:noAutofit/>
            </a:bodyPr>
            <a:lstStyle/>
            <a:p>
              <a:pPr marL="0" marR="0" lvl="0" indent="0" algn="ctr" rtl="0">
                <a:spcBef>
                  <a:spcPts val="0"/>
                </a:spcBef>
                <a:spcAft>
                  <a:spcPts val="0"/>
                </a:spcAft>
                <a:buNone/>
              </a:pPr>
              <a:r>
                <a:rPr lang="en-US" sz="700" dirty="0">
                  <a:solidFill>
                    <a:schemeClr val="lt1"/>
                  </a:solidFill>
                  <a:latin typeface="Arial"/>
                  <a:ea typeface="Arial"/>
                  <a:cs typeface="Arial"/>
                  <a:sym typeface="Arial"/>
                </a:rPr>
                <a:t>(outlier)</a:t>
              </a:r>
              <a:endParaRPr sz="700" dirty="0">
                <a:solidFill>
                  <a:schemeClr val="lt1"/>
                </a:solidFill>
                <a:latin typeface="Arial"/>
                <a:ea typeface="Arial"/>
                <a:cs typeface="Arial"/>
                <a:sym typeface="Arial"/>
              </a:endParaRPr>
            </a:p>
          </p:txBody>
        </p:sp>
      </p:grpSp>
      <p:grpSp>
        <p:nvGrpSpPr>
          <p:cNvPr id="192" name="Group 191">
            <a:extLst>
              <a:ext uri="{FF2B5EF4-FFF2-40B4-BE49-F238E27FC236}">
                <a16:creationId xmlns:a16="http://schemas.microsoft.com/office/drawing/2014/main" id="{7B7D4A25-16FE-DD1D-46EC-D03AF30BC583}"/>
              </a:ext>
            </a:extLst>
          </p:cNvPr>
          <p:cNvGrpSpPr/>
          <p:nvPr/>
        </p:nvGrpSpPr>
        <p:grpSpPr>
          <a:xfrm>
            <a:off x="977556" y="39692"/>
            <a:ext cx="2229778" cy="544043"/>
            <a:chOff x="989922" y="2172418"/>
            <a:chExt cx="2229778" cy="544043"/>
          </a:xfrm>
        </p:grpSpPr>
        <p:cxnSp>
          <p:nvCxnSpPr>
            <p:cNvPr id="193" name="Straight Connector 192">
              <a:extLst>
                <a:ext uri="{FF2B5EF4-FFF2-40B4-BE49-F238E27FC236}">
                  <a16:creationId xmlns:a16="http://schemas.microsoft.com/office/drawing/2014/main" id="{2815C4FF-1BA9-28FC-985A-66E7E62BA7C2}"/>
                </a:ext>
              </a:extLst>
            </p:cNvPr>
            <p:cNvCxnSpPr>
              <a:cxnSpLocks/>
            </p:cNvCxnSpPr>
            <p:nvPr/>
          </p:nvCxnSpPr>
          <p:spPr>
            <a:xfrm>
              <a:off x="989922" y="2172418"/>
              <a:ext cx="0" cy="544043"/>
            </a:xfrm>
            <a:prstGeom prst="line">
              <a:avLst/>
            </a:prstGeom>
            <a:ln w="38100">
              <a:headEnd type="none" w="med" len="med"/>
              <a:tailEnd type="triangle" w="med" len="med"/>
            </a:ln>
          </p:spPr>
          <p:style>
            <a:lnRef idx="1">
              <a:schemeClr val="dk1"/>
            </a:lnRef>
            <a:fillRef idx="0">
              <a:schemeClr val="dk1"/>
            </a:fillRef>
            <a:effectRef idx="0">
              <a:schemeClr val="dk1"/>
            </a:effectRef>
            <a:fontRef idx="minor">
              <a:schemeClr val="tx1"/>
            </a:fontRef>
          </p:style>
        </p:cxnSp>
        <p:grpSp>
          <p:nvGrpSpPr>
            <p:cNvPr id="194" name="Group 193">
              <a:extLst>
                <a:ext uri="{FF2B5EF4-FFF2-40B4-BE49-F238E27FC236}">
                  <a16:creationId xmlns:a16="http://schemas.microsoft.com/office/drawing/2014/main" id="{F51EC4D8-73E7-D3F7-36D0-1A77DB52513A}"/>
                </a:ext>
              </a:extLst>
            </p:cNvPr>
            <p:cNvGrpSpPr/>
            <p:nvPr/>
          </p:nvGrpSpPr>
          <p:grpSpPr>
            <a:xfrm>
              <a:off x="989922" y="2280982"/>
              <a:ext cx="2229778" cy="268464"/>
              <a:chOff x="989922" y="2322547"/>
              <a:chExt cx="2229778" cy="268464"/>
            </a:xfrm>
          </p:grpSpPr>
          <p:sp>
            <p:nvSpPr>
              <p:cNvPr id="195" name="Google Shape;216;p27">
                <a:extLst>
                  <a:ext uri="{FF2B5EF4-FFF2-40B4-BE49-F238E27FC236}">
                    <a16:creationId xmlns:a16="http://schemas.microsoft.com/office/drawing/2014/main" id="{B46D94C8-90B1-535B-8205-65440C1A0E45}"/>
                  </a:ext>
                </a:extLst>
              </p:cNvPr>
              <p:cNvSpPr txBox="1"/>
              <p:nvPr/>
            </p:nvSpPr>
            <p:spPr>
              <a:xfrm>
                <a:off x="989922" y="2322547"/>
                <a:ext cx="1923900" cy="268464"/>
              </a:xfrm>
              <a:prstGeom prst="rect">
                <a:avLst/>
              </a:prstGeom>
              <a:noFill/>
              <a:ln>
                <a:noFill/>
              </a:ln>
            </p:spPr>
            <p:txBody>
              <a:bodyPr spcFirstLastPara="1" wrap="square" lIns="64700" tIns="32350" rIns="64700" bIns="32350" anchor="t" anchorCtr="0">
                <a:spAutoFit/>
              </a:bodyPr>
              <a:lstStyle/>
              <a:p>
                <a:pPr marL="0" marR="0" lvl="0" indent="0" algn="l" rtl="0">
                  <a:spcBef>
                    <a:spcPts val="0"/>
                  </a:spcBef>
                  <a:spcAft>
                    <a:spcPts val="0"/>
                  </a:spcAft>
                  <a:buNone/>
                </a:pPr>
                <a:r>
                  <a:rPr lang="en" sz="1320" dirty="0">
                    <a:solidFill>
                      <a:schemeClr val="dk1"/>
                    </a:solidFill>
                    <a:latin typeface="Arial"/>
                    <a:ea typeface="Arial"/>
                    <a:cs typeface="Arial"/>
                    <a:sym typeface="Arial"/>
                  </a:rPr>
                  <a:t>Outlier detection</a:t>
                </a:r>
                <a:endParaRPr sz="1037" dirty="0"/>
              </a:p>
            </p:txBody>
          </p:sp>
          <p:sp>
            <p:nvSpPr>
              <p:cNvPr id="196" name="Google Shape;219;p27">
                <a:extLst>
                  <a:ext uri="{FF2B5EF4-FFF2-40B4-BE49-F238E27FC236}">
                    <a16:creationId xmlns:a16="http://schemas.microsoft.com/office/drawing/2014/main" id="{9772971D-6E82-87E0-1AB5-4DAFEABF2B40}"/>
                  </a:ext>
                </a:extLst>
              </p:cNvPr>
              <p:cNvSpPr/>
              <p:nvPr/>
            </p:nvSpPr>
            <p:spPr>
              <a:xfrm>
                <a:off x="2536148" y="2348997"/>
                <a:ext cx="211019" cy="211019"/>
              </a:xfrm>
              <a:prstGeom prst="ellipse">
                <a:avLst/>
              </a:prstGeom>
              <a:solidFill>
                <a:srgbClr val="92D050"/>
              </a:solidFill>
              <a:ln w="17975" cap="flat" cmpd="sng">
                <a:solidFill>
                  <a:srgbClr val="082836"/>
                </a:solidFill>
                <a:prstDash val="solid"/>
                <a:miter lim="800000"/>
                <a:headEnd type="none" w="sm" len="sm"/>
                <a:tailEnd type="none" w="sm" len="sm"/>
              </a:ln>
            </p:spPr>
            <p:txBody>
              <a:bodyPr spcFirstLastPara="1" wrap="square" lIns="64700" tIns="32350" rIns="64700" bIns="32350" anchor="ctr" anchorCtr="0">
                <a:noAutofit/>
              </a:bodyPr>
              <a:lstStyle/>
              <a:p>
                <a:pPr marL="0" marR="0" lvl="0" indent="0" algn="ctr" rtl="0">
                  <a:spcBef>
                    <a:spcPts val="0"/>
                  </a:spcBef>
                  <a:spcAft>
                    <a:spcPts val="0"/>
                  </a:spcAft>
                  <a:buNone/>
                </a:pPr>
                <a:endParaRPr sz="1320" dirty="0">
                  <a:solidFill>
                    <a:schemeClr val="lt1"/>
                  </a:solidFill>
                  <a:latin typeface="Arial"/>
                  <a:ea typeface="Arial"/>
                  <a:cs typeface="Arial"/>
                  <a:sym typeface="Arial"/>
                </a:endParaRPr>
              </a:p>
            </p:txBody>
          </p:sp>
          <p:sp>
            <p:nvSpPr>
              <p:cNvPr id="197" name="Google Shape;219;p27">
                <a:extLst>
                  <a:ext uri="{FF2B5EF4-FFF2-40B4-BE49-F238E27FC236}">
                    <a16:creationId xmlns:a16="http://schemas.microsoft.com/office/drawing/2014/main" id="{0907E035-7819-CD45-5B68-12618FBF69BC}"/>
                  </a:ext>
                </a:extLst>
              </p:cNvPr>
              <p:cNvSpPr/>
              <p:nvPr/>
            </p:nvSpPr>
            <p:spPr>
              <a:xfrm>
                <a:off x="3008681" y="2348021"/>
                <a:ext cx="211019" cy="211019"/>
              </a:xfrm>
              <a:prstGeom prst="ellipse">
                <a:avLst/>
              </a:prstGeom>
              <a:noFill/>
              <a:ln w="17975" cap="flat" cmpd="sng">
                <a:solidFill>
                  <a:schemeClr val="tx1"/>
                </a:solidFill>
                <a:prstDash val="sysDot"/>
                <a:miter lim="800000"/>
                <a:headEnd type="none" w="sm" len="sm"/>
                <a:tailEnd type="none" w="sm" len="sm"/>
              </a:ln>
            </p:spPr>
            <p:txBody>
              <a:bodyPr spcFirstLastPara="1" wrap="square" lIns="64700" tIns="32350" rIns="64700" bIns="32350" anchor="ctr" anchorCtr="0">
                <a:noAutofit/>
              </a:bodyPr>
              <a:lstStyle/>
              <a:p>
                <a:pPr marL="0" marR="0" lvl="0" indent="0" algn="ctr" rtl="0">
                  <a:spcBef>
                    <a:spcPts val="0"/>
                  </a:spcBef>
                  <a:spcAft>
                    <a:spcPts val="0"/>
                  </a:spcAft>
                  <a:buNone/>
                </a:pPr>
                <a:endParaRPr sz="1320" dirty="0">
                  <a:solidFill>
                    <a:schemeClr val="lt1"/>
                  </a:solidFill>
                  <a:latin typeface="Arial"/>
                  <a:ea typeface="Arial"/>
                  <a:cs typeface="Arial"/>
                  <a:sym typeface="Arial"/>
                </a:endParaRPr>
              </a:p>
            </p:txBody>
          </p:sp>
          <p:cxnSp>
            <p:nvCxnSpPr>
              <p:cNvPr id="198" name="Straight Connector 197">
                <a:extLst>
                  <a:ext uri="{FF2B5EF4-FFF2-40B4-BE49-F238E27FC236}">
                    <a16:creationId xmlns:a16="http://schemas.microsoft.com/office/drawing/2014/main" id="{FF5E00C0-A6D0-A7E3-560D-0D341650B788}"/>
                  </a:ext>
                </a:extLst>
              </p:cNvPr>
              <p:cNvCxnSpPr>
                <a:cxnSpLocks/>
              </p:cNvCxnSpPr>
              <p:nvPr/>
            </p:nvCxnSpPr>
            <p:spPr>
              <a:xfrm>
                <a:off x="2773067" y="2453530"/>
                <a:ext cx="220965" cy="0"/>
              </a:xfrm>
              <a:prstGeom prst="line">
                <a:avLst/>
              </a:prstGeom>
              <a:ln w="38100">
                <a:headEnd type="none" w="med" len="med"/>
                <a:tailEnd type="triangle" w="med" len="med"/>
              </a:ln>
            </p:spPr>
            <p:style>
              <a:lnRef idx="1">
                <a:schemeClr val="dk1"/>
              </a:lnRef>
              <a:fillRef idx="0">
                <a:schemeClr val="dk1"/>
              </a:fillRef>
              <a:effectRef idx="0">
                <a:schemeClr val="dk1"/>
              </a:effectRef>
              <a:fontRef idx="minor">
                <a:schemeClr val="tx1"/>
              </a:fontRef>
            </p:style>
          </p:cxnSp>
        </p:grpSp>
      </p:grpSp>
      <p:grpSp>
        <p:nvGrpSpPr>
          <p:cNvPr id="223" name="Group 222">
            <a:extLst>
              <a:ext uri="{FF2B5EF4-FFF2-40B4-BE49-F238E27FC236}">
                <a16:creationId xmlns:a16="http://schemas.microsoft.com/office/drawing/2014/main" id="{4CE6F486-18B5-ACC6-9B85-86ADF54C86D8}"/>
              </a:ext>
            </a:extLst>
          </p:cNvPr>
          <p:cNvGrpSpPr/>
          <p:nvPr/>
        </p:nvGrpSpPr>
        <p:grpSpPr>
          <a:xfrm>
            <a:off x="177076" y="5746685"/>
            <a:ext cx="9759352" cy="1472053"/>
            <a:chOff x="172679" y="2415959"/>
            <a:chExt cx="9759352" cy="1472053"/>
          </a:xfrm>
        </p:grpSpPr>
        <p:sp>
          <p:nvSpPr>
            <p:cNvPr id="224" name="Google Shape;204;p27">
              <a:extLst>
                <a:ext uri="{FF2B5EF4-FFF2-40B4-BE49-F238E27FC236}">
                  <a16:creationId xmlns:a16="http://schemas.microsoft.com/office/drawing/2014/main" id="{FC5E60E2-A156-BDEE-B49C-9EA883C7135B}"/>
                </a:ext>
              </a:extLst>
            </p:cNvPr>
            <p:cNvSpPr/>
            <p:nvPr/>
          </p:nvSpPr>
          <p:spPr>
            <a:xfrm>
              <a:off x="821909" y="2415959"/>
              <a:ext cx="8940365" cy="1472053"/>
            </a:xfrm>
            <a:prstGeom prst="rect">
              <a:avLst/>
            </a:prstGeom>
            <a:solidFill>
              <a:srgbClr val="BEF2C7">
                <a:alpha val="31760"/>
              </a:srgbClr>
            </a:solidFill>
            <a:ln w="17975" cap="flat" cmpd="sng">
              <a:solidFill>
                <a:srgbClr val="082836"/>
              </a:solidFill>
              <a:prstDash val="solid"/>
              <a:miter lim="800000"/>
              <a:headEnd type="none" w="sm" len="sm"/>
              <a:tailEnd type="none" w="sm" len="sm"/>
            </a:ln>
          </p:spPr>
          <p:txBody>
            <a:bodyPr spcFirstLastPara="1" wrap="square" lIns="64700" tIns="32350" rIns="64700" bIns="32350" anchor="t" anchorCtr="0">
              <a:noAutofit/>
            </a:bodyPr>
            <a:lstStyle/>
            <a:p>
              <a:pPr marL="0" marR="0" lvl="0" indent="0" algn="l" rtl="0">
                <a:spcBef>
                  <a:spcPts val="0"/>
                </a:spcBef>
                <a:spcAft>
                  <a:spcPts val="0"/>
                </a:spcAft>
                <a:buNone/>
              </a:pPr>
              <a:r>
                <a:rPr lang="en" sz="1320" b="0" i="0" u="none" strike="noStrike" cap="none" dirty="0">
                  <a:solidFill>
                    <a:schemeClr val="dk1"/>
                  </a:solidFill>
                  <a:latin typeface="Arial"/>
                  <a:ea typeface="Arial"/>
                  <a:cs typeface="Arial"/>
                  <a:sym typeface="Arial"/>
                </a:rPr>
                <a:t>7-observation moving window:</a:t>
              </a:r>
              <a:endParaRPr sz="1037" dirty="0"/>
            </a:p>
          </p:txBody>
        </p:sp>
        <p:sp>
          <p:nvSpPr>
            <p:cNvPr id="225" name="Google Shape;205;p27">
              <a:extLst>
                <a:ext uri="{FF2B5EF4-FFF2-40B4-BE49-F238E27FC236}">
                  <a16:creationId xmlns:a16="http://schemas.microsoft.com/office/drawing/2014/main" id="{E1D0BAA9-52AD-9214-873A-02FA63B71D2E}"/>
                </a:ext>
              </a:extLst>
            </p:cNvPr>
            <p:cNvSpPr/>
            <p:nvPr/>
          </p:nvSpPr>
          <p:spPr>
            <a:xfrm>
              <a:off x="821909" y="2775070"/>
              <a:ext cx="631500" cy="631500"/>
            </a:xfrm>
            <a:prstGeom prst="ellipse">
              <a:avLst/>
            </a:prstGeom>
            <a:solidFill>
              <a:schemeClr val="accent1"/>
            </a:solidFill>
            <a:ln w="15425" cap="flat" cmpd="sng">
              <a:solidFill>
                <a:srgbClr val="082836"/>
              </a:solidFill>
              <a:prstDash val="solid"/>
              <a:miter lim="800000"/>
              <a:headEnd type="none" w="sm" len="sm"/>
              <a:tailEnd type="none" w="sm" len="sm"/>
            </a:ln>
          </p:spPr>
          <p:txBody>
            <a:bodyPr spcFirstLastPara="1" wrap="square" lIns="55550" tIns="27775" rIns="55550" bIns="27775" anchor="ctr" anchorCtr="0">
              <a:noAutofit/>
            </a:bodyPr>
            <a:lstStyle/>
            <a:p>
              <a:pPr marL="0" marR="0" lvl="0" indent="0" algn="ctr" rtl="0">
                <a:spcBef>
                  <a:spcPts val="0"/>
                </a:spcBef>
                <a:spcAft>
                  <a:spcPts val="0"/>
                </a:spcAft>
                <a:buNone/>
              </a:pPr>
              <a:r>
                <a:rPr lang="en" sz="1134" dirty="0">
                  <a:solidFill>
                    <a:schemeClr val="lt1"/>
                  </a:solidFill>
                </a:rPr>
                <a:t>t-6</a:t>
              </a:r>
              <a:endParaRPr sz="1134" dirty="0">
                <a:solidFill>
                  <a:schemeClr val="lt1"/>
                </a:solidFill>
                <a:latin typeface="Arial"/>
                <a:ea typeface="Arial"/>
                <a:cs typeface="Arial"/>
                <a:sym typeface="Arial"/>
              </a:endParaRPr>
            </a:p>
          </p:txBody>
        </p:sp>
        <p:sp>
          <p:nvSpPr>
            <p:cNvPr id="226" name="Google Shape;206;p27">
              <a:extLst>
                <a:ext uri="{FF2B5EF4-FFF2-40B4-BE49-F238E27FC236}">
                  <a16:creationId xmlns:a16="http://schemas.microsoft.com/office/drawing/2014/main" id="{5CED6EDD-9B8D-92D7-7B29-B318EB17A66B}"/>
                </a:ext>
              </a:extLst>
            </p:cNvPr>
            <p:cNvSpPr/>
            <p:nvPr/>
          </p:nvSpPr>
          <p:spPr>
            <a:xfrm>
              <a:off x="2100002" y="2775098"/>
              <a:ext cx="631500" cy="631500"/>
            </a:xfrm>
            <a:prstGeom prst="ellipse">
              <a:avLst/>
            </a:prstGeom>
            <a:solidFill>
              <a:schemeClr val="accent1"/>
            </a:solidFill>
            <a:ln w="15425" cap="flat" cmpd="sng">
              <a:solidFill>
                <a:srgbClr val="082836"/>
              </a:solidFill>
              <a:prstDash val="solid"/>
              <a:miter lim="800000"/>
              <a:headEnd type="none" w="sm" len="sm"/>
              <a:tailEnd type="none" w="sm" len="sm"/>
            </a:ln>
          </p:spPr>
          <p:txBody>
            <a:bodyPr spcFirstLastPara="1" wrap="square" lIns="55550" tIns="27775" rIns="55550" bIns="27775" anchor="ctr" anchorCtr="0">
              <a:noAutofit/>
            </a:bodyPr>
            <a:lstStyle/>
            <a:p>
              <a:pPr marL="0" marR="0" lvl="0" indent="0" algn="ctr" rtl="0">
                <a:spcBef>
                  <a:spcPts val="0"/>
                </a:spcBef>
                <a:spcAft>
                  <a:spcPts val="0"/>
                </a:spcAft>
                <a:buNone/>
              </a:pPr>
              <a:r>
                <a:rPr lang="en" sz="1134" dirty="0">
                  <a:solidFill>
                    <a:schemeClr val="lt1"/>
                  </a:solidFill>
                </a:rPr>
                <a:t>t-5</a:t>
              </a:r>
              <a:endParaRPr sz="1134" dirty="0">
                <a:solidFill>
                  <a:schemeClr val="lt1"/>
                </a:solidFill>
                <a:latin typeface="Arial"/>
                <a:ea typeface="Arial"/>
                <a:cs typeface="Arial"/>
                <a:sym typeface="Arial"/>
              </a:endParaRPr>
            </a:p>
          </p:txBody>
        </p:sp>
        <p:sp>
          <p:nvSpPr>
            <p:cNvPr id="227" name="Google Shape;207;p27">
              <a:extLst>
                <a:ext uri="{FF2B5EF4-FFF2-40B4-BE49-F238E27FC236}">
                  <a16:creationId xmlns:a16="http://schemas.microsoft.com/office/drawing/2014/main" id="{6500FF86-0B3D-31FA-0E72-A02DF78B4236}"/>
                </a:ext>
              </a:extLst>
            </p:cNvPr>
            <p:cNvSpPr/>
            <p:nvPr/>
          </p:nvSpPr>
          <p:spPr>
            <a:xfrm>
              <a:off x="3398463" y="2775098"/>
              <a:ext cx="631500" cy="631500"/>
            </a:xfrm>
            <a:prstGeom prst="ellipse">
              <a:avLst/>
            </a:prstGeom>
            <a:solidFill>
              <a:schemeClr val="accent1"/>
            </a:solidFill>
            <a:ln w="15425" cap="flat" cmpd="sng">
              <a:solidFill>
                <a:srgbClr val="082836"/>
              </a:solidFill>
              <a:prstDash val="solid"/>
              <a:miter lim="800000"/>
              <a:headEnd type="none" w="sm" len="sm"/>
              <a:tailEnd type="none" w="sm" len="sm"/>
            </a:ln>
          </p:spPr>
          <p:txBody>
            <a:bodyPr spcFirstLastPara="1" wrap="square" lIns="55550" tIns="27775" rIns="55550" bIns="27775" anchor="ctr" anchorCtr="0">
              <a:noAutofit/>
            </a:bodyPr>
            <a:lstStyle/>
            <a:p>
              <a:pPr marL="0" marR="0" lvl="0" indent="0" algn="ctr" rtl="0">
                <a:spcBef>
                  <a:spcPts val="0"/>
                </a:spcBef>
                <a:spcAft>
                  <a:spcPts val="0"/>
                </a:spcAft>
                <a:buNone/>
              </a:pPr>
              <a:r>
                <a:rPr lang="en" sz="1134" dirty="0">
                  <a:solidFill>
                    <a:schemeClr val="lt1"/>
                  </a:solidFill>
                </a:rPr>
                <a:t>t-4</a:t>
              </a:r>
              <a:endParaRPr sz="1134" dirty="0">
                <a:solidFill>
                  <a:schemeClr val="lt1"/>
                </a:solidFill>
                <a:latin typeface="Arial"/>
                <a:ea typeface="Arial"/>
                <a:cs typeface="Arial"/>
                <a:sym typeface="Arial"/>
              </a:endParaRPr>
            </a:p>
          </p:txBody>
        </p:sp>
        <p:sp>
          <p:nvSpPr>
            <p:cNvPr id="228" name="Google Shape;208;p27">
              <a:extLst>
                <a:ext uri="{FF2B5EF4-FFF2-40B4-BE49-F238E27FC236}">
                  <a16:creationId xmlns:a16="http://schemas.microsoft.com/office/drawing/2014/main" id="{690BCE2C-469C-F1EA-1A9A-6AC3601B5327}"/>
                </a:ext>
              </a:extLst>
            </p:cNvPr>
            <p:cNvSpPr/>
            <p:nvPr/>
          </p:nvSpPr>
          <p:spPr>
            <a:xfrm>
              <a:off x="4047694" y="2775098"/>
              <a:ext cx="631500" cy="631500"/>
            </a:xfrm>
            <a:prstGeom prst="ellipse">
              <a:avLst/>
            </a:prstGeom>
            <a:solidFill>
              <a:srgbClr val="92D050"/>
            </a:solidFill>
            <a:ln w="15425" cap="flat" cmpd="sng">
              <a:solidFill>
                <a:srgbClr val="082836"/>
              </a:solidFill>
              <a:prstDash val="solid"/>
              <a:miter lim="800000"/>
              <a:headEnd type="none" w="sm" len="sm"/>
              <a:tailEnd type="none" w="sm" len="sm"/>
            </a:ln>
          </p:spPr>
          <p:txBody>
            <a:bodyPr spcFirstLastPara="1" wrap="square" lIns="55550" tIns="27775" rIns="55550" bIns="27775" anchor="ctr" anchorCtr="0">
              <a:noAutofit/>
            </a:bodyPr>
            <a:lstStyle/>
            <a:p>
              <a:pPr marL="0" marR="0" lvl="0" indent="0" algn="ctr" rtl="0">
                <a:spcBef>
                  <a:spcPts val="0"/>
                </a:spcBef>
                <a:spcAft>
                  <a:spcPts val="0"/>
                </a:spcAft>
                <a:buNone/>
              </a:pPr>
              <a:r>
                <a:rPr lang="en" sz="1134" dirty="0">
                  <a:solidFill>
                    <a:schemeClr val="lt1"/>
                  </a:solidFill>
                </a:rPr>
                <a:t>t-3</a:t>
              </a:r>
              <a:endParaRPr sz="1134" dirty="0">
                <a:solidFill>
                  <a:schemeClr val="lt1"/>
                </a:solidFill>
                <a:latin typeface="Arial"/>
                <a:ea typeface="Arial"/>
                <a:cs typeface="Arial"/>
                <a:sym typeface="Arial"/>
              </a:endParaRPr>
            </a:p>
          </p:txBody>
        </p:sp>
        <p:sp>
          <p:nvSpPr>
            <p:cNvPr id="229" name="Google Shape;209;p27">
              <a:extLst>
                <a:ext uri="{FF2B5EF4-FFF2-40B4-BE49-F238E27FC236}">
                  <a16:creationId xmlns:a16="http://schemas.microsoft.com/office/drawing/2014/main" id="{90A21E63-E0E1-F9F1-7708-1FD019D59780}"/>
                </a:ext>
              </a:extLst>
            </p:cNvPr>
            <p:cNvSpPr/>
            <p:nvPr/>
          </p:nvSpPr>
          <p:spPr>
            <a:xfrm>
              <a:off x="5346154" y="2788415"/>
              <a:ext cx="631500" cy="631500"/>
            </a:xfrm>
            <a:prstGeom prst="ellipse">
              <a:avLst/>
            </a:prstGeom>
            <a:solidFill>
              <a:srgbClr val="92D050"/>
            </a:solidFill>
            <a:ln w="15425" cap="flat" cmpd="sng">
              <a:solidFill>
                <a:srgbClr val="082836"/>
              </a:solidFill>
              <a:prstDash val="solid"/>
              <a:miter lim="800000"/>
              <a:headEnd type="none" w="sm" len="sm"/>
              <a:tailEnd type="none" w="sm" len="sm"/>
            </a:ln>
          </p:spPr>
          <p:txBody>
            <a:bodyPr spcFirstLastPara="1" wrap="square" lIns="55550" tIns="27775" rIns="55550" bIns="27775" anchor="ctr" anchorCtr="0">
              <a:noAutofit/>
            </a:bodyPr>
            <a:lstStyle/>
            <a:p>
              <a:pPr marL="0" marR="0" lvl="0" indent="0" algn="ctr" rtl="0">
                <a:spcBef>
                  <a:spcPts val="0"/>
                </a:spcBef>
                <a:spcAft>
                  <a:spcPts val="0"/>
                </a:spcAft>
                <a:buNone/>
              </a:pPr>
              <a:r>
                <a:rPr lang="en" sz="1134" dirty="0">
                  <a:solidFill>
                    <a:schemeClr val="lt1"/>
                  </a:solidFill>
                </a:rPr>
                <a:t>t-2</a:t>
              </a:r>
              <a:endParaRPr sz="1134" dirty="0">
                <a:solidFill>
                  <a:schemeClr val="lt1"/>
                </a:solidFill>
                <a:latin typeface="Arial"/>
                <a:ea typeface="Arial"/>
                <a:cs typeface="Arial"/>
                <a:sym typeface="Arial"/>
              </a:endParaRPr>
            </a:p>
          </p:txBody>
        </p:sp>
        <p:sp>
          <p:nvSpPr>
            <p:cNvPr id="230" name="Google Shape;210;p27">
              <a:extLst>
                <a:ext uri="{FF2B5EF4-FFF2-40B4-BE49-F238E27FC236}">
                  <a16:creationId xmlns:a16="http://schemas.microsoft.com/office/drawing/2014/main" id="{8DFF7EC5-37E8-B26C-8700-2ED9C3E6879A}"/>
                </a:ext>
              </a:extLst>
            </p:cNvPr>
            <p:cNvSpPr/>
            <p:nvPr/>
          </p:nvSpPr>
          <p:spPr>
            <a:xfrm>
              <a:off x="7293844" y="2775098"/>
              <a:ext cx="631500" cy="631500"/>
            </a:xfrm>
            <a:prstGeom prst="ellipse">
              <a:avLst/>
            </a:prstGeom>
            <a:solidFill>
              <a:srgbClr val="92D050"/>
            </a:solidFill>
            <a:ln w="15425" cap="flat" cmpd="sng">
              <a:solidFill>
                <a:srgbClr val="082836"/>
              </a:solidFill>
              <a:prstDash val="solid"/>
              <a:miter lim="800000"/>
              <a:headEnd type="none" w="sm" len="sm"/>
              <a:tailEnd type="none" w="sm" len="sm"/>
            </a:ln>
          </p:spPr>
          <p:txBody>
            <a:bodyPr spcFirstLastPara="1" wrap="square" lIns="55550" tIns="27775" rIns="55550" bIns="27775" anchor="ctr" anchorCtr="0">
              <a:noAutofit/>
            </a:bodyPr>
            <a:lstStyle/>
            <a:p>
              <a:pPr algn="ctr"/>
              <a:r>
                <a:rPr lang="en-GB" sz="1134" dirty="0">
                  <a:solidFill>
                    <a:schemeClr val="lt1"/>
                  </a:solidFill>
                </a:rPr>
                <a:t>t-1</a:t>
              </a:r>
            </a:p>
          </p:txBody>
        </p:sp>
        <p:sp>
          <p:nvSpPr>
            <p:cNvPr id="231" name="Google Shape;211;p27">
              <a:extLst>
                <a:ext uri="{FF2B5EF4-FFF2-40B4-BE49-F238E27FC236}">
                  <a16:creationId xmlns:a16="http://schemas.microsoft.com/office/drawing/2014/main" id="{2B7F223C-F4FE-0BC8-5966-718FE7EB3D7B}"/>
                </a:ext>
              </a:extLst>
            </p:cNvPr>
            <p:cNvSpPr/>
            <p:nvPr/>
          </p:nvSpPr>
          <p:spPr>
            <a:xfrm>
              <a:off x="172679" y="2775070"/>
              <a:ext cx="631500" cy="631500"/>
            </a:xfrm>
            <a:prstGeom prst="ellipse">
              <a:avLst/>
            </a:prstGeom>
            <a:solidFill>
              <a:schemeClr val="accent1"/>
            </a:solidFill>
            <a:ln w="15425" cap="flat" cmpd="sng">
              <a:solidFill>
                <a:srgbClr val="082836"/>
              </a:solidFill>
              <a:prstDash val="solid"/>
              <a:miter lim="800000"/>
              <a:headEnd type="none" w="sm" len="sm"/>
              <a:tailEnd type="none" w="sm" len="sm"/>
            </a:ln>
          </p:spPr>
          <p:txBody>
            <a:bodyPr spcFirstLastPara="1" wrap="square" lIns="55550" tIns="27775" rIns="55550" bIns="27775" anchor="ctr" anchorCtr="0">
              <a:noAutofit/>
            </a:bodyPr>
            <a:lstStyle/>
            <a:p>
              <a:pPr marL="0" marR="0" lvl="0" indent="0" algn="ctr" rtl="0">
                <a:spcBef>
                  <a:spcPts val="0"/>
                </a:spcBef>
                <a:spcAft>
                  <a:spcPts val="0"/>
                </a:spcAft>
                <a:buNone/>
              </a:pPr>
              <a:r>
                <a:rPr lang="en" sz="1134" dirty="0">
                  <a:solidFill>
                    <a:schemeClr val="lt1"/>
                  </a:solidFill>
                </a:rPr>
                <a:t>-</a:t>
              </a:r>
              <a:endParaRPr sz="1134" dirty="0">
                <a:solidFill>
                  <a:schemeClr val="lt1"/>
                </a:solidFill>
                <a:latin typeface="Arial"/>
                <a:ea typeface="Arial"/>
                <a:cs typeface="Arial"/>
                <a:sym typeface="Arial"/>
              </a:endParaRPr>
            </a:p>
          </p:txBody>
        </p:sp>
        <p:sp>
          <p:nvSpPr>
            <p:cNvPr id="232" name="Google Shape;212;p27">
              <a:extLst>
                <a:ext uri="{FF2B5EF4-FFF2-40B4-BE49-F238E27FC236}">
                  <a16:creationId xmlns:a16="http://schemas.microsoft.com/office/drawing/2014/main" id="{3049D85B-56F5-361C-DF58-0777B59BAF42}"/>
                </a:ext>
              </a:extLst>
            </p:cNvPr>
            <p:cNvSpPr/>
            <p:nvPr/>
          </p:nvSpPr>
          <p:spPr>
            <a:xfrm>
              <a:off x="5995383" y="2775098"/>
              <a:ext cx="631500" cy="631500"/>
            </a:xfrm>
            <a:prstGeom prst="ellipse">
              <a:avLst/>
            </a:prstGeom>
            <a:noFill/>
            <a:ln w="15425" cap="flat" cmpd="sng">
              <a:solidFill>
                <a:srgbClr val="082836"/>
              </a:solidFill>
              <a:prstDash val="dash"/>
              <a:miter lim="800000"/>
              <a:headEnd type="none" w="sm" len="sm"/>
              <a:tailEnd type="none" w="sm" len="sm"/>
            </a:ln>
          </p:spPr>
          <p:txBody>
            <a:bodyPr spcFirstLastPara="1" wrap="square" lIns="55550" tIns="27775" rIns="55550" bIns="27775" anchor="ctr" anchorCtr="0">
              <a:noAutofit/>
            </a:bodyPr>
            <a:lstStyle/>
            <a:p>
              <a:pPr marL="0" marR="0" lvl="0" indent="0" algn="ctr" rtl="0">
                <a:spcBef>
                  <a:spcPts val="0"/>
                </a:spcBef>
                <a:spcAft>
                  <a:spcPts val="0"/>
                </a:spcAft>
                <a:buNone/>
              </a:pPr>
              <a:r>
                <a:rPr lang="en" sz="1701" dirty="0">
                  <a:solidFill>
                    <a:schemeClr val="dk1"/>
                  </a:solidFill>
                  <a:latin typeface="Arial"/>
                  <a:ea typeface="Arial"/>
                  <a:cs typeface="Arial"/>
                  <a:sym typeface="Arial"/>
                </a:rPr>
                <a:t>L1</a:t>
              </a:r>
              <a:endParaRPr sz="891" dirty="0"/>
            </a:p>
          </p:txBody>
        </p:sp>
        <p:sp>
          <p:nvSpPr>
            <p:cNvPr id="233" name="Google Shape;213;p27">
              <a:extLst>
                <a:ext uri="{FF2B5EF4-FFF2-40B4-BE49-F238E27FC236}">
                  <a16:creationId xmlns:a16="http://schemas.microsoft.com/office/drawing/2014/main" id="{FBBE6332-C768-25E0-57E1-D7021E82D980}"/>
                </a:ext>
              </a:extLst>
            </p:cNvPr>
            <p:cNvSpPr/>
            <p:nvPr/>
          </p:nvSpPr>
          <p:spPr>
            <a:xfrm>
              <a:off x="6644613" y="2765584"/>
              <a:ext cx="631500" cy="631500"/>
            </a:xfrm>
            <a:prstGeom prst="ellipse">
              <a:avLst/>
            </a:prstGeom>
            <a:noFill/>
            <a:ln w="15425" cap="flat" cmpd="sng">
              <a:solidFill>
                <a:srgbClr val="082836"/>
              </a:solidFill>
              <a:prstDash val="dash"/>
              <a:miter lim="800000"/>
              <a:headEnd type="none" w="sm" len="sm"/>
              <a:tailEnd type="none" w="sm" len="sm"/>
            </a:ln>
          </p:spPr>
          <p:txBody>
            <a:bodyPr spcFirstLastPara="1" wrap="square" lIns="55550" tIns="27775" rIns="55550" bIns="27775" anchor="ctr" anchorCtr="0">
              <a:noAutofit/>
            </a:bodyPr>
            <a:lstStyle/>
            <a:p>
              <a:pPr marL="0" marR="0" lvl="0" indent="0" algn="ctr" rtl="0">
                <a:spcBef>
                  <a:spcPts val="0"/>
                </a:spcBef>
                <a:spcAft>
                  <a:spcPts val="0"/>
                </a:spcAft>
                <a:buNone/>
              </a:pPr>
              <a:r>
                <a:rPr lang="en" sz="1701">
                  <a:solidFill>
                    <a:schemeClr val="dk1"/>
                  </a:solidFill>
                  <a:latin typeface="Arial"/>
                  <a:ea typeface="Arial"/>
                  <a:cs typeface="Arial"/>
                  <a:sym typeface="Arial"/>
                </a:rPr>
                <a:t>L1</a:t>
              </a:r>
              <a:endParaRPr sz="891"/>
            </a:p>
          </p:txBody>
        </p:sp>
        <p:sp>
          <p:nvSpPr>
            <p:cNvPr id="235" name="Google Shape;215;p27">
              <a:extLst>
                <a:ext uri="{FF2B5EF4-FFF2-40B4-BE49-F238E27FC236}">
                  <a16:creationId xmlns:a16="http://schemas.microsoft.com/office/drawing/2014/main" id="{BE3CB9DF-1F39-C3EB-F1ED-C43A5C591DE5}"/>
                </a:ext>
              </a:extLst>
            </p:cNvPr>
            <p:cNvSpPr/>
            <p:nvPr/>
          </p:nvSpPr>
          <p:spPr>
            <a:xfrm>
              <a:off x="4696924" y="2788415"/>
              <a:ext cx="631500" cy="631500"/>
            </a:xfrm>
            <a:prstGeom prst="ellipse">
              <a:avLst/>
            </a:prstGeom>
            <a:noFill/>
            <a:ln w="15425" cap="flat" cmpd="sng">
              <a:solidFill>
                <a:srgbClr val="082836"/>
              </a:solidFill>
              <a:prstDash val="dash"/>
              <a:miter lim="800000"/>
              <a:headEnd type="none" w="sm" len="sm"/>
              <a:tailEnd type="none" w="sm" len="sm"/>
            </a:ln>
          </p:spPr>
          <p:txBody>
            <a:bodyPr spcFirstLastPara="1" wrap="square" lIns="55550" tIns="27775" rIns="55550" bIns="27775" anchor="ctr" anchorCtr="0">
              <a:noAutofit/>
            </a:bodyPr>
            <a:lstStyle/>
            <a:p>
              <a:pPr marL="0" marR="0" lvl="0" indent="0" algn="ctr" rtl="0">
                <a:spcBef>
                  <a:spcPts val="0"/>
                </a:spcBef>
                <a:spcAft>
                  <a:spcPts val="0"/>
                </a:spcAft>
                <a:buNone/>
              </a:pPr>
              <a:r>
                <a:rPr lang="en" sz="1701">
                  <a:solidFill>
                    <a:schemeClr val="dk1"/>
                  </a:solidFill>
                  <a:latin typeface="Arial"/>
                  <a:ea typeface="Arial"/>
                  <a:cs typeface="Arial"/>
                  <a:sym typeface="Arial"/>
                </a:rPr>
                <a:t>-</a:t>
              </a:r>
              <a:endParaRPr sz="891"/>
            </a:p>
          </p:txBody>
        </p:sp>
        <p:sp>
          <p:nvSpPr>
            <p:cNvPr id="237" name="Google Shape;218;p27">
              <a:extLst>
                <a:ext uri="{FF2B5EF4-FFF2-40B4-BE49-F238E27FC236}">
                  <a16:creationId xmlns:a16="http://schemas.microsoft.com/office/drawing/2014/main" id="{4F8EEB1F-B154-E0B1-84D5-2E383AEC00F0}"/>
                </a:ext>
              </a:extLst>
            </p:cNvPr>
            <p:cNvSpPr txBox="1"/>
            <p:nvPr/>
          </p:nvSpPr>
          <p:spPr>
            <a:xfrm>
              <a:off x="6000844" y="3416112"/>
              <a:ext cx="1293000" cy="471900"/>
            </a:xfrm>
            <a:prstGeom prst="rect">
              <a:avLst/>
            </a:prstGeom>
            <a:noFill/>
            <a:ln>
              <a:noFill/>
            </a:ln>
          </p:spPr>
          <p:txBody>
            <a:bodyPr spcFirstLastPara="1" wrap="square" lIns="64700" tIns="32350" rIns="64700" bIns="32350" anchor="t" anchorCtr="0">
              <a:spAutoFit/>
            </a:bodyPr>
            <a:lstStyle/>
            <a:p>
              <a:pPr marL="0" marR="0" lvl="0" indent="0" algn="ctr" rtl="0">
                <a:spcBef>
                  <a:spcPts val="0"/>
                </a:spcBef>
                <a:spcAft>
                  <a:spcPts val="0"/>
                </a:spcAft>
                <a:buNone/>
              </a:pPr>
              <a:r>
                <a:rPr lang="en" sz="1320" dirty="0">
                  <a:solidFill>
                    <a:schemeClr val="dk1"/>
                  </a:solidFill>
                  <a:latin typeface="Arial"/>
                  <a:ea typeface="Arial"/>
                  <a:cs typeface="Arial"/>
                  <a:sym typeface="Arial"/>
                </a:rPr>
                <a:t>Linear</a:t>
              </a:r>
              <a:br>
                <a:rPr lang="en" sz="1320" dirty="0">
                  <a:solidFill>
                    <a:schemeClr val="dk1"/>
                  </a:solidFill>
                  <a:latin typeface="Arial"/>
                  <a:ea typeface="Arial"/>
                  <a:cs typeface="Arial"/>
                  <a:sym typeface="Arial"/>
                </a:rPr>
              </a:br>
              <a:r>
                <a:rPr lang="en" sz="1320" dirty="0">
                  <a:solidFill>
                    <a:schemeClr val="dk1"/>
                  </a:solidFill>
                  <a:latin typeface="Arial"/>
                  <a:ea typeface="Arial"/>
                  <a:cs typeface="Arial"/>
                  <a:sym typeface="Arial"/>
                </a:rPr>
                <a:t>interpolation</a:t>
              </a:r>
              <a:endParaRPr sz="1037" dirty="0"/>
            </a:p>
          </p:txBody>
        </p:sp>
        <p:sp>
          <p:nvSpPr>
            <p:cNvPr id="238" name="Google Shape;220;p27">
              <a:extLst>
                <a:ext uri="{FF2B5EF4-FFF2-40B4-BE49-F238E27FC236}">
                  <a16:creationId xmlns:a16="http://schemas.microsoft.com/office/drawing/2014/main" id="{A393342F-BF75-477F-FBFD-603E03B22A9E}"/>
                </a:ext>
              </a:extLst>
            </p:cNvPr>
            <p:cNvSpPr/>
            <p:nvPr/>
          </p:nvSpPr>
          <p:spPr>
            <a:xfrm>
              <a:off x="1460945" y="2788409"/>
              <a:ext cx="631500" cy="631500"/>
            </a:xfrm>
            <a:prstGeom prst="ellipse">
              <a:avLst/>
            </a:prstGeom>
            <a:solidFill>
              <a:schemeClr val="dk1"/>
            </a:solidFill>
            <a:ln w="15425" cap="flat" cmpd="sng">
              <a:solidFill>
                <a:srgbClr val="082836"/>
              </a:solidFill>
              <a:prstDash val="solid"/>
              <a:miter lim="800000"/>
              <a:headEnd type="none" w="sm" len="sm"/>
              <a:tailEnd type="none" w="sm" len="sm"/>
            </a:ln>
          </p:spPr>
          <p:txBody>
            <a:bodyPr spcFirstLastPara="1" wrap="square" lIns="55550" tIns="27775" rIns="55550" bIns="27775" anchor="ctr" anchorCtr="0">
              <a:noAutofit/>
            </a:bodyPr>
            <a:lstStyle/>
            <a:p>
              <a:pPr marL="0" marR="0" lvl="0" indent="0" algn="ctr" rtl="0">
                <a:spcBef>
                  <a:spcPts val="0"/>
                </a:spcBef>
                <a:spcAft>
                  <a:spcPts val="0"/>
                </a:spcAft>
                <a:buNone/>
              </a:pPr>
              <a:r>
                <a:rPr lang="en" sz="1100" dirty="0">
                  <a:solidFill>
                    <a:schemeClr val="lt1"/>
                  </a:solidFill>
                  <a:latin typeface="Arial"/>
                  <a:ea typeface="Arial"/>
                  <a:cs typeface="Arial"/>
                  <a:sym typeface="Arial"/>
                </a:rPr>
                <a:t>L2</a:t>
              </a:r>
              <a:endParaRPr sz="1100" dirty="0">
                <a:solidFill>
                  <a:schemeClr val="lt1"/>
                </a:solidFill>
              </a:endParaRPr>
            </a:p>
          </p:txBody>
        </p:sp>
        <p:sp>
          <p:nvSpPr>
            <p:cNvPr id="239" name="Google Shape;215;p27">
              <a:extLst>
                <a:ext uri="{FF2B5EF4-FFF2-40B4-BE49-F238E27FC236}">
                  <a16:creationId xmlns:a16="http://schemas.microsoft.com/office/drawing/2014/main" id="{052F9B53-E3D4-1B2A-155D-D43BE22F8211}"/>
                </a:ext>
              </a:extLst>
            </p:cNvPr>
            <p:cNvSpPr/>
            <p:nvPr/>
          </p:nvSpPr>
          <p:spPr>
            <a:xfrm>
              <a:off x="7925344" y="2765584"/>
              <a:ext cx="631500" cy="631500"/>
            </a:xfrm>
            <a:prstGeom prst="ellipse">
              <a:avLst/>
            </a:prstGeom>
            <a:noFill/>
            <a:ln w="15425" cap="flat" cmpd="sng">
              <a:solidFill>
                <a:srgbClr val="082836"/>
              </a:solidFill>
              <a:prstDash val="dash"/>
              <a:miter lim="800000"/>
              <a:headEnd type="none" w="sm" len="sm"/>
              <a:tailEnd type="none" w="sm" len="sm"/>
            </a:ln>
          </p:spPr>
          <p:txBody>
            <a:bodyPr spcFirstLastPara="1" wrap="square" lIns="55550" tIns="27775" rIns="55550" bIns="27775" anchor="ctr" anchorCtr="0">
              <a:noAutofit/>
            </a:bodyPr>
            <a:lstStyle/>
            <a:p>
              <a:pPr marL="0" marR="0" lvl="0" indent="0" algn="ctr" rtl="0">
                <a:spcBef>
                  <a:spcPts val="0"/>
                </a:spcBef>
                <a:spcAft>
                  <a:spcPts val="0"/>
                </a:spcAft>
                <a:buNone/>
              </a:pPr>
              <a:r>
                <a:rPr lang="en" sz="1701" dirty="0">
                  <a:solidFill>
                    <a:schemeClr val="dk1"/>
                  </a:solidFill>
                  <a:latin typeface="Arial"/>
                  <a:ea typeface="Arial"/>
                  <a:cs typeface="Arial"/>
                  <a:sym typeface="Arial"/>
                </a:rPr>
                <a:t>L0</a:t>
              </a:r>
              <a:endParaRPr sz="891" dirty="0"/>
            </a:p>
          </p:txBody>
        </p:sp>
        <p:sp>
          <p:nvSpPr>
            <p:cNvPr id="240" name="Google Shape;218;p27">
              <a:extLst>
                <a:ext uri="{FF2B5EF4-FFF2-40B4-BE49-F238E27FC236}">
                  <a16:creationId xmlns:a16="http://schemas.microsoft.com/office/drawing/2014/main" id="{D59A0742-01C9-0870-16DB-10B80D6B69DA}"/>
                </a:ext>
              </a:extLst>
            </p:cNvPr>
            <p:cNvSpPr txBox="1"/>
            <p:nvPr/>
          </p:nvSpPr>
          <p:spPr>
            <a:xfrm>
              <a:off x="8314209" y="2479179"/>
              <a:ext cx="774306" cy="224927"/>
            </a:xfrm>
            <a:prstGeom prst="rect">
              <a:avLst/>
            </a:prstGeom>
            <a:noFill/>
            <a:ln>
              <a:noFill/>
            </a:ln>
          </p:spPr>
          <p:txBody>
            <a:bodyPr spcFirstLastPara="1" wrap="square" lIns="64700" tIns="32350" rIns="64700" bIns="32350" anchor="t" anchorCtr="0">
              <a:spAutoFit/>
            </a:bodyPr>
            <a:lstStyle/>
            <a:p>
              <a:pPr marL="0" marR="0" lvl="0" indent="0" algn="ctr" rtl="0">
                <a:spcBef>
                  <a:spcPts val="0"/>
                </a:spcBef>
                <a:spcAft>
                  <a:spcPts val="0"/>
                </a:spcAft>
                <a:buNone/>
              </a:pPr>
              <a:r>
                <a:rPr lang="en-US" sz="1037" dirty="0"/>
                <a:t>Yesterday</a:t>
              </a:r>
              <a:endParaRPr sz="1037" dirty="0"/>
            </a:p>
          </p:txBody>
        </p:sp>
        <p:cxnSp>
          <p:nvCxnSpPr>
            <p:cNvPr id="241" name="Straight Connector 240">
              <a:extLst>
                <a:ext uri="{FF2B5EF4-FFF2-40B4-BE49-F238E27FC236}">
                  <a16:creationId xmlns:a16="http://schemas.microsoft.com/office/drawing/2014/main" id="{DC7CC1FA-30AE-41BE-B4A5-B7F94A6BF183}"/>
                </a:ext>
              </a:extLst>
            </p:cNvPr>
            <p:cNvCxnSpPr>
              <a:cxnSpLocks/>
            </p:cNvCxnSpPr>
            <p:nvPr/>
          </p:nvCxnSpPr>
          <p:spPr>
            <a:xfrm>
              <a:off x="8701362" y="2765584"/>
              <a:ext cx="0" cy="631500"/>
            </a:xfrm>
            <a:prstGeom prst="line">
              <a:avLst/>
            </a:prstGeom>
            <a:ln w="38100"/>
          </p:spPr>
          <p:style>
            <a:lnRef idx="1">
              <a:schemeClr val="dk1"/>
            </a:lnRef>
            <a:fillRef idx="0">
              <a:schemeClr val="dk1"/>
            </a:fillRef>
            <a:effectRef idx="0">
              <a:schemeClr val="dk1"/>
            </a:effectRef>
            <a:fontRef idx="minor">
              <a:schemeClr val="tx1"/>
            </a:fontRef>
          </p:style>
        </p:cxnSp>
        <p:sp>
          <p:nvSpPr>
            <p:cNvPr id="244" name="Google Shape;210;p27">
              <a:extLst>
                <a:ext uri="{FF2B5EF4-FFF2-40B4-BE49-F238E27FC236}">
                  <a16:creationId xmlns:a16="http://schemas.microsoft.com/office/drawing/2014/main" id="{5EDD4392-9BF4-7091-ADD9-4AFE5908C640}"/>
                </a:ext>
              </a:extLst>
            </p:cNvPr>
            <p:cNvSpPr/>
            <p:nvPr/>
          </p:nvSpPr>
          <p:spPr>
            <a:xfrm>
              <a:off x="8818792" y="2765584"/>
              <a:ext cx="631500" cy="631500"/>
            </a:xfrm>
            <a:prstGeom prst="ellipse">
              <a:avLst/>
            </a:prstGeom>
            <a:solidFill>
              <a:srgbClr val="92D050"/>
            </a:solidFill>
            <a:ln w="15425" cap="flat" cmpd="sng">
              <a:solidFill>
                <a:srgbClr val="082836"/>
              </a:solidFill>
              <a:prstDash val="solid"/>
              <a:miter lim="800000"/>
              <a:headEnd type="none" w="sm" len="sm"/>
              <a:tailEnd type="none" w="sm" len="sm"/>
            </a:ln>
          </p:spPr>
          <p:txBody>
            <a:bodyPr spcFirstLastPara="1" wrap="square" lIns="55550" tIns="27775" rIns="55550" bIns="27775" anchor="ctr" anchorCtr="0">
              <a:noAutofit/>
            </a:bodyPr>
            <a:lstStyle/>
            <a:p>
              <a:pPr marL="0" marR="0" lvl="0" indent="0" algn="ctr" rtl="0">
                <a:spcBef>
                  <a:spcPts val="0"/>
                </a:spcBef>
                <a:spcAft>
                  <a:spcPts val="0"/>
                </a:spcAft>
                <a:buNone/>
              </a:pPr>
              <a:r>
                <a:rPr lang="en" sz="1134" dirty="0">
                  <a:solidFill>
                    <a:schemeClr val="lt1"/>
                  </a:solidFill>
                </a:rPr>
                <a:t>t0</a:t>
              </a:r>
              <a:endParaRPr sz="1134" dirty="0">
                <a:solidFill>
                  <a:schemeClr val="lt1"/>
                </a:solidFill>
                <a:latin typeface="Arial"/>
                <a:ea typeface="Arial"/>
                <a:cs typeface="Arial"/>
                <a:sym typeface="Arial"/>
              </a:endParaRPr>
            </a:p>
          </p:txBody>
        </p:sp>
        <p:sp>
          <p:nvSpPr>
            <p:cNvPr id="245" name="Google Shape;218;p27">
              <a:extLst>
                <a:ext uri="{FF2B5EF4-FFF2-40B4-BE49-F238E27FC236}">
                  <a16:creationId xmlns:a16="http://schemas.microsoft.com/office/drawing/2014/main" id="{233BBD89-8622-1264-D891-2D721323E66E}"/>
                </a:ext>
              </a:extLst>
            </p:cNvPr>
            <p:cNvSpPr txBox="1"/>
            <p:nvPr/>
          </p:nvSpPr>
          <p:spPr>
            <a:xfrm>
              <a:off x="9157725" y="2493356"/>
              <a:ext cx="774306" cy="224927"/>
            </a:xfrm>
            <a:prstGeom prst="rect">
              <a:avLst/>
            </a:prstGeom>
            <a:noFill/>
            <a:ln>
              <a:noFill/>
            </a:ln>
          </p:spPr>
          <p:txBody>
            <a:bodyPr spcFirstLastPara="1" wrap="square" lIns="64700" tIns="32350" rIns="64700" bIns="32350" anchor="t" anchorCtr="0">
              <a:spAutoFit/>
            </a:bodyPr>
            <a:lstStyle/>
            <a:p>
              <a:pPr marL="0" marR="0" lvl="0" indent="0" algn="ctr" rtl="0">
                <a:spcBef>
                  <a:spcPts val="0"/>
                </a:spcBef>
                <a:spcAft>
                  <a:spcPts val="0"/>
                </a:spcAft>
                <a:buNone/>
              </a:pPr>
              <a:r>
                <a:rPr lang="en-US" sz="1037" dirty="0"/>
                <a:t>Today</a:t>
              </a:r>
              <a:endParaRPr sz="1037" dirty="0"/>
            </a:p>
          </p:txBody>
        </p:sp>
        <p:cxnSp>
          <p:nvCxnSpPr>
            <p:cNvPr id="246" name="Straight Connector 245">
              <a:extLst>
                <a:ext uri="{FF2B5EF4-FFF2-40B4-BE49-F238E27FC236}">
                  <a16:creationId xmlns:a16="http://schemas.microsoft.com/office/drawing/2014/main" id="{1DBB5FCF-26F7-6DD5-E989-895B905D74F6}"/>
                </a:ext>
              </a:extLst>
            </p:cNvPr>
            <p:cNvCxnSpPr>
              <a:cxnSpLocks/>
            </p:cNvCxnSpPr>
            <p:nvPr/>
          </p:nvCxnSpPr>
          <p:spPr>
            <a:xfrm>
              <a:off x="9544878" y="2779761"/>
              <a:ext cx="0" cy="631500"/>
            </a:xfrm>
            <a:prstGeom prst="line">
              <a:avLst/>
            </a:prstGeom>
            <a:ln w="38100"/>
          </p:spPr>
          <p:style>
            <a:lnRef idx="1">
              <a:schemeClr val="dk1"/>
            </a:lnRef>
            <a:fillRef idx="0">
              <a:schemeClr val="dk1"/>
            </a:fillRef>
            <a:effectRef idx="0">
              <a:schemeClr val="dk1"/>
            </a:effectRef>
            <a:fontRef idx="minor">
              <a:schemeClr val="tx1"/>
            </a:fontRef>
          </p:style>
        </p:cxnSp>
        <p:sp>
          <p:nvSpPr>
            <p:cNvPr id="263" name="Google Shape;220;p27">
              <a:extLst>
                <a:ext uri="{FF2B5EF4-FFF2-40B4-BE49-F238E27FC236}">
                  <a16:creationId xmlns:a16="http://schemas.microsoft.com/office/drawing/2014/main" id="{332B2949-93CC-D647-4F5E-A14E50876BA6}"/>
                </a:ext>
              </a:extLst>
            </p:cNvPr>
            <p:cNvSpPr/>
            <p:nvPr/>
          </p:nvSpPr>
          <p:spPr>
            <a:xfrm>
              <a:off x="2751028" y="2770688"/>
              <a:ext cx="631500" cy="631500"/>
            </a:xfrm>
            <a:prstGeom prst="ellipse">
              <a:avLst/>
            </a:prstGeom>
            <a:solidFill>
              <a:schemeClr val="dk1"/>
            </a:solidFill>
            <a:ln w="15425" cap="flat" cmpd="sng">
              <a:solidFill>
                <a:srgbClr val="082836"/>
              </a:solidFill>
              <a:prstDash val="solid"/>
              <a:miter lim="800000"/>
              <a:headEnd type="none" w="sm" len="sm"/>
              <a:tailEnd type="none" w="sm" len="sm"/>
            </a:ln>
          </p:spPr>
          <p:txBody>
            <a:bodyPr spcFirstLastPara="1" wrap="square" lIns="55550" tIns="27775" rIns="55550" bIns="27775" anchor="ctr" anchorCtr="0">
              <a:noAutofit/>
            </a:bodyPr>
            <a:lstStyle/>
            <a:p>
              <a:pPr marL="0" marR="0" lvl="0" indent="0" algn="ctr" rtl="0">
                <a:spcBef>
                  <a:spcPts val="0"/>
                </a:spcBef>
                <a:spcAft>
                  <a:spcPts val="0"/>
                </a:spcAft>
                <a:buNone/>
              </a:pPr>
              <a:r>
                <a:rPr lang="en" sz="1100" dirty="0">
                  <a:solidFill>
                    <a:schemeClr val="lt1"/>
                  </a:solidFill>
                  <a:latin typeface="Arial"/>
                  <a:ea typeface="Arial"/>
                  <a:cs typeface="Arial"/>
                  <a:sym typeface="Arial"/>
                </a:rPr>
                <a:t>L2</a:t>
              </a:r>
              <a:endParaRPr sz="1100" dirty="0">
                <a:solidFill>
                  <a:schemeClr val="lt1"/>
                </a:solidFill>
              </a:endParaRPr>
            </a:p>
          </p:txBody>
        </p:sp>
        <p:sp>
          <p:nvSpPr>
            <p:cNvPr id="314" name="Google Shape;218;p27">
              <a:extLst>
                <a:ext uri="{FF2B5EF4-FFF2-40B4-BE49-F238E27FC236}">
                  <a16:creationId xmlns:a16="http://schemas.microsoft.com/office/drawing/2014/main" id="{D08954A9-2C3E-DFC1-0248-4FB251E7C91C}"/>
                </a:ext>
              </a:extLst>
            </p:cNvPr>
            <p:cNvSpPr txBox="1"/>
            <p:nvPr/>
          </p:nvSpPr>
          <p:spPr>
            <a:xfrm>
              <a:off x="3708053" y="2479179"/>
              <a:ext cx="1316750" cy="224927"/>
            </a:xfrm>
            <a:prstGeom prst="rect">
              <a:avLst/>
            </a:prstGeom>
            <a:noFill/>
            <a:ln>
              <a:noFill/>
            </a:ln>
          </p:spPr>
          <p:txBody>
            <a:bodyPr spcFirstLastPara="1" wrap="square" lIns="64700" tIns="32350" rIns="64700" bIns="32350" anchor="t" anchorCtr="0">
              <a:spAutoFit/>
            </a:bodyPr>
            <a:lstStyle/>
            <a:p>
              <a:pPr marL="0" marR="0" lvl="0" indent="0" algn="ctr" rtl="0">
                <a:spcBef>
                  <a:spcPts val="0"/>
                </a:spcBef>
                <a:spcAft>
                  <a:spcPts val="0"/>
                </a:spcAft>
                <a:buNone/>
              </a:pPr>
              <a:r>
                <a:rPr lang="en-US" sz="1037" dirty="0"/>
                <a:t>Center observation</a:t>
              </a:r>
              <a:endParaRPr sz="1037" dirty="0"/>
            </a:p>
          </p:txBody>
        </p:sp>
        <p:cxnSp>
          <p:nvCxnSpPr>
            <p:cNvPr id="315" name="Straight Connector 314">
              <a:extLst>
                <a:ext uri="{FF2B5EF4-FFF2-40B4-BE49-F238E27FC236}">
                  <a16:creationId xmlns:a16="http://schemas.microsoft.com/office/drawing/2014/main" id="{B65EF2C8-7BB9-9BCA-D233-85AB459016B7}"/>
                </a:ext>
              </a:extLst>
            </p:cNvPr>
            <p:cNvCxnSpPr>
              <a:cxnSpLocks/>
            </p:cNvCxnSpPr>
            <p:nvPr/>
          </p:nvCxnSpPr>
          <p:spPr>
            <a:xfrm>
              <a:off x="4366428" y="2697852"/>
              <a:ext cx="0" cy="253689"/>
            </a:xfrm>
            <a:prstGeom prst="line">
              <a:avLst/>
            </a:prstGeom>
            <a:ln w="38100"/>
          </p:spPr>
          <p:style>
            <a:lnRef idx="1">
              <a:schemeClr val="dk1"/>
            </a:lnRef>
            <a:fillRef idx="0">
              <a:schemeClr val="dk1"/>
            </a:fillRef>
            <a:effectRef idx="0">
              <a:schemeClr val="dk1"/>
            </a:effectRef>
            <a:fontRef idx="minor">
              <a:schemeClr val="tx1"/>
            </a:fontRef>
          </p:style>
        </p:cxnSp>
      </p:grpSp>
      <p:grpSp>
        <p:nvGrpSpPr>
          <p:cNvPr id="261" name="Group 260">
            <a:extLst>
              <a:ext uri="{FF2B5EF4-FFF2-40B4-BE49-F238E27FC236}">
                <a16:creationId xmlns:a16="http://schemas.microsoft.com/office/drawing/2014/main" id="{B92B7A07-43C1-7CE7-1910-278DB8599E50}"/>
              </a:ext>
            </a:extLst>
          </p:cNvPr>
          <p:cNvGrpSpPr/>
          <p:nvPr/>
        </p:nvGrpSpPr>
        <p:grpSpPr>
          <a:xfrm>
            <a:off x="5701956" y="4498278"/>
            <a:ext cx="2231513" cy="1113783"/>
            <a:chOff x="5946505" y="4445115"/>
            <a:chExt cx="2231513" cy="1113783"/>
          </a:xfrm>
        </p:grpSpPr>
        <p:grpSp>
          <p:nvGrpSpPr>
            <p:cNvPr id="247" name="Group 246">
              <a:extLst>
                <a:ext uri="{FF2B5EF4-FFF2-40B4-BE49-F238E27FC236}">
                  <a16:creationId xmlns:a16="http://schemas.microsoft.com/office/drawing/2014/main" id="{1407FBCE-90DF-9A06-8C32-D4056067C97C}"/>
                </a:ext>
              </a:extLst>
            </p:cNvPr>
            <p:cNvGrpSpPr/>
            <p:nvPr/>
          </p:nvGrpSpPr>
          <p:grpSpPr>
            <a:xfrm>
              <a:off x="5946505" y="4445115"/>
              <a:ext cx="2229778" cy="544043"/>
              <a:chOff x="989922" y="2172418"/>
              <a:chExt cx="2229778" cy="544043"/>
            </a:xfrm>
          </p:grpSpPr>
          <p:cxnSp>
            <p:nvCxnSpPr>
              <p:cNvPr id="248" name="Straight Connector 247">
                <a:extLst>
                  <a:ext uri="{FF2B5EF4-FFF2-40B4-BE49-F238E27FC236}">
                    <a16:creationId xmlns:a16="http://schemas.microsoft.com/office/drawing/2014/main" id="{396CF4DE-2CE0-1766-8EFC-E040F688B4B2}"/>
                  </a:ext>
                </a:extLst>
              </p:cNvPr>
              <p:cNvCxnSpPr>
                <a:cxnSpLocks/>
              </p:cNvCxnSpPr>
              <p:nvPr/>
            </p:nvCxnSpPr>
            <p:spPr>
              <a:xfrm>
                <a:off x="989922" y="2172418"/>
                <a:ext cx="0" cy="544043"/>
              </a:xfrm>
              <a:prstGeom prst="line">
                <a:avLst/>
              </a:prstGeom>
              <a:ln w="38100">
                <a:headEnd type="none" w="med" len="med"/>
                <a:tailEnd type="triangle" w="med" len="med"/>
              </a:ln>
            </p:spPr>
            <p:style>
              <a:lnRef idx="1">
                <a:schemeClr val="dk1"/>
              </a:lnRef>
              <a:fillRef idx="0">
                <a:schemeClr val="dk1"/>
              </a:fillRef>
              <a:effectRef idx="0">
                <a:schemeClr val="dk1"/>
              </a:effectRef>
              <a:fontRef idx="minor">
                <a:schemeClr val="tx1"/>
              </a:fontRef>
            </p:style>
          </p:cxnSp>
          <p:grpSp>
            <p:nvGrpSpPr>
              <p:cNvPr id="249" name="Group 248">
                <a:extLst>
                  <a:ext uri="{FF2B5EF4-FFF2-40B4-BE49-F238E27FC236}">
                    <a16:creationId xmlns:a16="http://schemas.microsoft.com/office/drawing/2014/main" id="{73D116FE-BFBB-8D14-D72E-C6170DE6010E}"/>
                  </a:ext>
                </a:extLst>
              </p:cNvPr>
              <p:cNvGrpSpPr/>
              <p:nvPr/>
            </p:nvGrpSpPr>
            <p:grpSpPr>
              <a:xfrm>
                <a:off x="989922" y="2280982"/>
                <a:ext cx="2229778" cy="268464"/>
                <a:chOff x="989922" y="2322547"/>
                <a:chExt cx="2229778" cy="268464"/>
              </a:xfrm>
            </p:grpSpPr>
            <p:sp>
              <p:nvSpPr>
                <p:cNvPr id="250" name="Google Shape;216;p27">
                  <a:extLst>
                    <a:ext uri="{FF2B5EF4-FFF2-40B4-BE49-F238E27FC236}">
                      <a16:creationId xmlns:a16="http://schemas.microsoft.com/office/drawing/2014/main" id="{D7637E81-275E-6DAF-8A8D-294355CF70A4}"/>
                    </a:ext>
                  </a:extLst>
                </p:cNvPr>
                <p:cNvSpPr txBox="1"/>
                <p:nvPr/>
              </p:nvSpPr>
              <p:spPr>
                <a:xfrm>
                  <a:off x="989922" y="2322547"/>
                  <a:ext cx="1923900" cy="268464"/>
                </a:xfrm>
                <a:prstGeom prst="rect">
                  <a:avLst/>
                </a:prstGeom>
                <a:noFill/>
                <a:ln>
                  <a:noFill/>
                </a:ln>
              </p:spPr>
              <p:txBody>
                <a:bodyPr spcFirstLastPara="1" wrap="square" lIns="64700" tIns="32350" rIns="64700" bIns="32350" anchor="t" anchorCtr="0">
                  <a:spAutoFit/>
                </a:bodyPr>
                <a:lstStyle/>
                <a:p>
                  <a:pPr marL="0" marR="0" lvl="0" indent="0" algn="l" rtl="0">
                    <a:spcBef>
                      <a:spcPts val="0"/>
                    </a:spcBef>
                    <a:spcAft>
                      <a:spcPts val="0"/>
                    </a:spcAft>
                    <a:buNone/>
                  </a:pPr>
                  <a:r>
                    <a:rPr lang="en" sz="1320" dirty="0">
                      <a:solidFill>
                        <a:schemeClr val="dk1"/>
                      </a:solidFill>
                      <a:latin typeface="Arial"/>
                      <a:ea typeface="Arial"/>
                      <a:cs typeface="Arial"/>
                      <a:sym typeface="Arial"/>
                    </a:rPr>
                    <a:t>Outlier detection</a:t>
                  </a:r>
                  <a:endParaRPr sz="1037" dirty="0"/>
                </a:p>
              </p:txBody>
            </p:sp>
            <p:sp>
              <p:nvSpPr>
                <p:cNvPr id="251" name="Google Shape;219;p27">
                  <a:extLst>
                    <a:ext uri="{FF2B5EF4-FFF2-40B4-BE49-F238E27FC236}">
                      <a16:creationId xmlns:a16="http://schemas.microsoft.com/office/drawing/2014/main" id="{832FE9C4-4000-2A1E-DD2B-A1F8E9CCEB4E}"/>
                    </a:ext>
                  </a:extLst>
                </p:cNvPr>
                <p:cNvSpPr/>
                <p:nvPr/>
              </p:nvSpPr>
              <p:spPr>
                <a:xfrm>
                  <a:off x="2536148" y="2348997"/>
                  <a:ext cx="211019" cy="211019"/>
                </a:xfrm>
                <a:prstGeom prst="ellipse">
                  <a:avLst/>
                </a:prstGeom>
                <a:solidFill>
                  <a:srgbClr val="92D050"/>
                </a:solidFill>
                <a:ln w="17975" cap="flat" cmpd="sng">
                  <a:solidFill>
                    <a:srgbClr val="082836"/>
                  </a:solidFill>
                  <a:prstDash val="solid"/>
                  <a:miter lim="800000"/>
                  <a:headEnd type="none" w="sm" len="sm"/>
                  <a:tailEnd type="none" w="sm" len="sm"/>
                </a:ln>
              </p:spPr>
              <p:txBody>
                <a:bodyPr spcFirstLastPara="1" wrap="square" lIns="64700" tIns="32350" rIns="64700" bIns="32350" anchor="ctr" anchorCtr="0">
                  <a:noAutofit/>
                </a:bodyPr>
                <a:lstStyle/>
                <a:p>
                  <a:pPr marL="0" marR="0" lvl="0" indent="0" algn="ctr" rtl="0">
                    <a:spcBef>
                      <a:spcPts val="0"/>
                    </a:spcBef>
                    <a:spcAft>
                      <a:spcPts val="0"/>
                    </a:spcAft>
                    <a:buNone/>
                  </a:pPr>
                  <a:endParaRPr sz="1320" dirty="0">
                    <a:solidFill>
                      <a:schemeClr val="lt1"/>
                    </a:solidFill>
                    <a:latin typeface="Arial"/>
                    <a:ea typeface="Arial"/>
                    <a:cs typeface="Arial"/>
                    <a:sym typeface="Arial"/>
                  </a:endParaRPr>
                </a:p>
              </p:txBody>
            </p:sp>
            <p:sp>
              <p:nvSpPr>
                <p:cNvPr id="252" name="Google Shape;219;p27">
                  <a:extLst>
                    <a:ext uri="{FF2B5EF4-FFF2-40B4-BE49-F238E27FC236}">
                      <a16:creationId xmlns:a16="http://schemas.microsoft.com/office/drawing/2014/main" id="{45899324-A646-AD2C-8B6E-6796D9D730B4}"/>
                    </a:ext>
                  </a:extLst>
                </p:cNvPr>
                <p:cNvSpPr/>
                <p:nvPr/>
              </p:nvSpPr>
              <p:spPr>
                <a:xfrm>
                  <a:off x="3008681" y="2348021"/>
                  <a:ext cx="211019" cy="211019"/>
                </a:xfrm>
                <a:prstGeom prst="ellipse">
                  <a:avLst/>
                </a:prstGeom>
                <a:noFill/>
                <a:ln w="17975" cap="flat" cmpd="sng">
                  <a:solidFill>
                    <a:schemeClr val="tx1"/>
                  </a:solidFill>
                  <a:prstDash val="sysDot"/>
                  <a:miter lim="800000"/>
                  <a:headEnd type="none" w="sm" len="sm"/>
                  <a:tailEnd type="none" w="sm" len="sm"/>
                </a:ln>
              </p:spPr>
              <p:txBody>
                <a:bodyPr spcFirstLastPara="1" wrap="square" lIns="64700" tIns="32350" rIns="64700" bIns="32350" anchor="ctr" anchorCtr="0">
                  <a:noAutofit/>
                </a:bodyPr>
                <a:lstStyle/>
                <a:p>
                  <a:pPr marL="0" marR="0" lvl="0" indent="0" algn="ctr" rtl="0">
                    <a:spcBef>
                      <a:spcPts val="0"/>
                    </a:spcBef>
                    <a:spcAft>
                      <a:spcPts val="0"/>
                    </a:spcAft>
                    <a:buNone/>
                  </a:pPr>
                  <a:endParaRPr sz="1320" dirty="0">
                    <a:solidFill>
                      <a:schemeClr val="lt1"/>
                    </a:solidFill>
                    <a:latin typeface="Arial"/>
                    <a:ea typeface="Arial"/>
                    <a:cs typeface="Arial"/>
                    <a:sym typeface="Arial"/>
                  </a:endParaRPr>
                </a:p>
              </p:txBody>
            </p:sp>
            <p:cxnSp>
              <p:nvCxnSpPr>
                <p:cNvPr id="253" name="Straight Connector 252">
                  <a:extLst>
                    <a:ext uri="{FF2B5EF4-FFF2-40B4-BE49-F238E27FC236}">
                      <a16:creationId xmlns:a16="http://schemas.microsoft.com/office/drawing/2014/main" id="{0280E48F-4409-240E-A79B-46870D318449}"/>
                    </a:ext>
                  </a:extLst>
                </p:cNvPr>
                <p:cNvCxnSpPr>
                  <a:cxnSpLocks/>
                </p:cNvCxnSpPr>
                <p:nvPr/>
              </p:nvCxnSpPr>
              <p:spPr>
                <a:xfrm>
                  <a:off x="2773067" y="2453530"/>
                  <a:ext cx="220965" cy="0"/>
                </a:xfrm>
                <a:prstGeom prst="line">
                  <a:avLst/>
                </a:prstGeom>
                <a:ln w="38100">
                  <a:headEnd type="none" w="med" len="med"/>
                  <a:tailEnd type="triangle" w="med" len="med"/>
                </a:ln>
              </p:spPr>
              <p:style>
                <a:lnRef idx="1">
                  <a:schemeClr val="dk1"/>
                </a:lnRef>
                <a:fillRef idx="0">
                  <a:schemeClr val="dk1"/>
                </a:fillRef>
                <a:effectRef idx="0">
                  <a:schemeClr val="dk1"/>
                </a:effectRef>
                <a:fontRef idx="minor">
                  <a:schemeClr val="tx1"/>
                </a:fontRef>
              </p:style>
            </p:cxnSp>
          </p:grpSp>
        </p:grpSp>
        <p:grpSp>
          <p:nvGrpSpPr>
            <p:cNvPr id="254" name="Group 253">
              <a:extLst>
                <a:ext uri="{FF2B5EF4-FFF2-40B4-BE49-F238E27FC236}">
                  <a16:creationId xmlns:a16="http://schemas.microsoft.com/office/drawing/2014/main" id="{D46B522C-746E-1E31-88EC-BAAE5F36702F}"/>
                </a:ext>
              </a:extLst>
            </p:cNvPr>
            <p:cNvGrpSpPr/>
            <p:nvPr/>
          </p:nvGrpSpPr>
          <p:grpSpPr>
            <a:xfrm>
              <a:off x="5948240" y="5014855"/>
              <a:ext cx="2229778" cy="544043"/>
              <a:chOff x="989922" y="2172418"/>
              <a:chExt cx="2229778" cy="544043"/>
            </a:xfrm>
          </p:grpSpPr>
          <p:cxnSp>
            <p:nvCxnSpPr>
              <p:cNvPr id="255" name="Straight Connector 254">
                <a:extLst>
                  <a:ext uri="{FF2B5EF4-FFF2-40B4-BE49-F238E27FC236}">
                    <a16:creationId xmlns:a16="http://schemas.microsoft.com/office/drawing/2014/main" id="{CBF6A2EE-97A7-9990-2E5B-9E85F6124B51}"/>
                  </a:ext>
                </a:extLst>
              </p:cNvPr>
              <p:cNvCxnSpPr>
                <a:cxnSpLocks/>
              </p:cNvCxnSpPr>
              <p:nvPr/>
            </p:nvCxnSpPr>
            <p:spPr>
              <a:xfrm>
                <a:off x="989922" y="2172418"/>
                <a:ext cx="0" cy="544043"/>
              </a:xfrm>
              <a:prstGeom prst="line">
                <a:avLst/>
              </a:prstGeom>
              <a:ln w="38100">
                <a:headEnd type="none" w="med" len="med"/>
                <a:tailEnd type="triangle" w="med" len="med"/>
              </a:ln>
            </p:spPr>
            <p:style>
              <a:lnRef idx="1">
                <a:schemeClr val="dk1"/>
              </a:lnRef>
              <a:fillRef idx="0">
                <a:schemeClr val="dk1"/>
              </a:fillRef>
              <a:effectRef idx="0">
                <a:schemeClr val="dk1"/>
              </a:effectRef>
              <a:fontRef idx="minor">
                <a:schemeClr val="tx1"/>
              </a:fontRef>
            </p:style>
          </p:cxnSp>
          <p:grpSp>
            <p:nvGrpSpPr>
              <p:cNvPr id="256" name="Group 255">
                <a:extLst>
                  <a:ext uri="{FF2B5EF4-FFF2-40B4-BE49-F238E27FC236}">
                    <a16:creationId xmlns:a16="http://schemas.microsoft.com/office/drawing/2014/main" id="{58EB8EA8-1894-0506-9B96-1E355DE30594}"/>
                  </a:ext>
                </a:extLst>
              </p:cNvPr>
              <p:cNvGrpSpPr/>
              <p:nvPr/>
            </p:nvGrpSpPr>
            <p:grpSpPr>
              <a:xfrm>
                <a:off x="989922" y="2280982"/>
                <a:ext cx="2229778" cy="268464"/>
                <a:chOff x="989922" y="2322547"/>
                <a:chExt cx="2229778" cy="268464"/>
              </a:xfrm>
            </p:grpSpPr>
            <p:sp>
              <p:nvSpPr>
                <p:cNvPr id="257" name="Google Shape;216;p27">
                  <a:extLst>
                    <a:ext uri="{FF2B5EF4-FFF2-40B4-BE49-F238E27FC236}">
                      <a16:creationId xmlns:a16="http://schemas.microsoft.com/office/drawing/2014/main" id="{A37FE50D-7D71-A4B9-0ED5-C417CA3CE84B}"/>
                    </a:ext>
                  </a:extLst>
                </p:cNvPr>
                <p:cNvSpPr txBox="1"/>
                <p:nvPr/>
              </p:nvSpPr>
              <p:spPr>
                <a:xfrm>
                  <a:off x="989922" y="2322547"/>
                  <a:ext cx="1923900" cy="268464"/>
                </a:xfrm>
                <a:prstGeom prst="rect">
                  <a:avLst/>
                </a:prstGeom>
                <a:noFill/>
                <a:ln>
                  <a:noFill/>
                </a:ln>
              </p:spPr>
              <p:txBody>
                <a:bodyPr spcFirstLastPara="1" wrap="square" lIns="64700" tIns="32350" rIns="64700" bIns="32350" anchor="t" anchorCtr="0">
                  <a:spAutoFit/>
                </a:bodyPr>
                <a:lstStyle/>
                <a:p>
                  <a:pPr marL="0" marR="0" lvl="0" indent="0" algn="l" rtl="0">
                    <a:spcBef>
                      <a:spcPts val="0"/>
                    </a:spcBef>
                    <a:spcAft>
                      <a:spcPts val="0"/>
                    </a:spcAft>
                    <a:buNone/>
                  </a:pPr>
                  <a:r>
                    <a:rPr lang="en" sz="1320" dirty="0">
                      <a:solidFill>
                        <a:schemeClr val="dk1"/>
                      </a:solidFill>
                      <a:latin typeface="Arial"/>
                      <a:ea typeface="Arial"/>
                      <a:cs typeface="Arial"/>
                      <a:sym typeface="Arial"/>
                    </a:rPr>
                    <a:t>LOESS smoothing</a:t>
                  </a:r>
                  <a:endParaRPr sz="1037" dirty="0"/>
                </a:p>
              </p:txBody>
            </p:sp>
            <p:sp>
              <p:nvSpPr>
                <p:cNvPr id="258" name="Google Shape;219;p27">
                  <a:extLst>
                    <a:ext uri="{FF2B5EF4-FFF2-40B4-BE49-F238E27FC236}">
                      <a16:creationId xmlns:a16="http://schemas.microsoft.com/office/drawing/2014/main" id="{D95933BD-98C2-FDBE-05A0-C4226DCE102C}"/>
                    </a:ext>
                  </a:extLst>
                </p:cNvPr>
                <p:cNvSpPr/>
                <p:nvPr/>
              </p:nvSpPr>
              <p:spPr>
                <a:xfrm>
                  <a:off x="2536148" y="2348997"/>
                  <a:ext cx="211019" cy="211019"/>
                </a:xfrm>
                <a:prstGeom prst="ellipse">
                  <a:avLst/>
                </a:prstGeom>
                <a:solidFill>
                  <a:srgbClr val="92D050"/>
                </a:solidFill>
                <a:ln w="17975" cap="flat" cmpd="sng">
                  <a:solidFill>
                    <a:srgbClr val="082836"/>
                  </a:solidFill>
                  <a:prstDash val="solid"/>
                  <a:miter lim="800000"/>
                  <a:headEnd type="none" w="sm" len="sm"/>
                  <a:tailEnd type="none" w="sm" len="sm"/>
                </a:ln>
              </p:spPr>
              <p:txBody>
                <a:bodyPr spcFirstLastPara="1" wrap="square" lIns="64700" tIns="32350" rIns="64700" bIns="32350" anchor="ctr" anchorCtr="0">
                  <a:noAutofit/>
                </a:bodyPr>
                <a:lstStyle/>
                <a:p>
                  <a:pPr marL="0" marR="0" lvl="0" indent="0" algn="ctr" rtl="0">
                    <a:spcBef>
                      <a:spcPts val="0"/>
                    </a:spcBef>
                    <a:spcAft>
                      <a:spcPts val="0"/>
                    </a:spcAft>
                    <a:buNone/>
                  </a:pPr>
                  <a:endParaRPr sz="1320" dirty="0">
                    <a:solidFill>
                      <a:schemeClr val="lt1"/>
                    </a:solidFill>
                    <a:latin typeface="Arial"/>
                    <a:ea typeface="Arial"/>
                    <a:cs typeface="Arial"/>
                    <a:sym typeface="Arial"/>
                  </a:endParaRPr>
                </a:p>
              </p:txBody>
            </p:sp>
            <p:sp>
              <p:nvSpPr>
                <p:cNvPr id="259" name="Google Shape;219;p27">
                  <a:extLst>
                    <a:ext uri="{FF2B5EF4-FFF2-40B4-BE49-F238E27FC236}">
                      <a16:creationId xmlns:a16="http://schemas.microsoft.com/office/drawing/2014/main" id="{4D37F48E-BCBA-8CE0-6363-AE153720E371}"/>
                    </a:ext>
                  </a:extLst>
                </p:cNvPr>
                <p:cNvSpPr/>
                <p:nvPr/>
              </p:nvSpPr>
              <p:spPr>
                <a:xfrm>
                  <a:off x="3008681" y="2348021"/>
                  <a:ext cx="211019" cy="211019"/>
                </a:xfrm>
                <a:prstGeom prst="ellipse">
                  <a:avLst/>
                </a:prstGeom>
                <a:solidFill>
                  <a:srgbClr val="4285F4"/>
                </a:solidFill>
                <a:ln w="17975" cap="flat" cmpd="sng">
                  <a:solidFill>
                    <a:srgbClr val="082836"/>
                  </a:solidFill>
                  <a:prstDash val="solid"/>
                  <a:miter lim="800000"/>
                  <a:headEnd type="none" w="sm" len="sm"/>
                  <a:tailEnd type="none" w="sm" len="sm"/>
                </a:ln>
              </p:spPr>
              <p:txBody>
                <a:bodyPr spcFirstLastPara="1" wrap="square" lIns="64700" tIns="32350" rIns="64700" bIns="32350" anchor="ctr" anchorCtr="0">
                  <a:noAutofit/>
                </a:bodyPr>
                <a:lstStyle/>
                <a:p>
                  <a:pPr marL="0" marR="0" lvl="0" indent="0" algn="ctr" rtl="0">
                    <a:spcBef>
                      <a:spcPts val="0"/>
                    </a:spcBef>
                    <a:spcAft>
                      <a:spcPts val="0"/>
                    </a:spcAft>
                    <a:buNone/>
                  </a:pPr>
                  <a:endParaRPr sz="1320" dirty="0">
                    <a:solidFill>
                      <a:schemeClr val="lt1"/>
                    </a:solidFill>
                    <a:latin typeface="Arial"/>
                    <a:ea typeface="Arial"/>
                    <a:cs typeface="Arial"/>
                    <a:sym typeface="Arial"/>
                  </a:endParaRPr>
                </a:p>
              </p:txBody>
            </p:sp>
            <p:cxnSp>
              <p:nvCxnSpPr>
                <p:cNvPr id="260" name="Straight Connector 259">
                  <a:extLst>
                    <a:ext uri="{FF2B5EF4-FFF2-40B4-BE49-F238E27FC236}">
                      <a16:creationId xmlns:a16="http://schemas.microsoft.com/office/drawing/2014/main" id="{D5337469-4D17-1F39-64EE-89FB04A1591A}"/>
                    </a:ext>
                  </a:extLst>
                </p:cNvPr>
                <p:cNvCxnSpPr>
                  <a:cxnSpLocks/>
                </p:cNvCxnSpPr>
                <p:nvPr/>
              </p:nvCxnSpPr>
              <p:spPr>
                <a:xfrm>
                  <a:off x="2773067" y="2453530"/>
                  <a:ext cx="220965" cy="0"/>
                </a:xfrm>
                <a:prstGeom prst="line">
                  <a:avLst/>
                </a:prstGeom>
                <a:ln w="38100">
                  <a:headEnd type="none" w="med" len="med"/>
                  <a:tailEnd type="triangle" w="med" len="med"/>
                </a:ln>
              </p:spPr>
              <p:style>
                <a:lnRef idx="1">
                  <a:schemeClr val="dk1"/>
                </a:lnRef>
                <a:fillRef idx="0">
                  <a:schemeClr val="dk1"/>
                </a:fillRef>
                <a:effectRef idx="0">
                  <a:schemeClr val="dk1"/>
                </a:effectRef>
                <a:fontRef idx="minor">
                  <a:schemeClr val="tx1"/>
                </a:fontRef>
              </p:style>
            </p:cxnSp>
          </p:grpSp>
        </p:grpSp>
      </p:grpSp>
      <p:grpSp>
        <p:nvGrpSpPr>
          <p:cNvPr id="266" name="Group 265">
            <a:extLst>
              <a:ext uri="{FF2B5EF4-FFF2-40B4-BE49-F238E27FC236}">
                <a16:creationId xmlns:a16="http://schemas.microsoft.com/office/drawing/2014/main" id="{9EBDF007-852A-37C0-1440-F90359B227B0}"/>
              </a:ext>
            </a:extLst>
          </p:cNvPr>
          <p:cNvGrpSpPr/>
          <p:nvPr/>
        </p:nvGrpSpPr>
        <p:grpSpPr>
          <a:xfrm>
            <a:off x="5705501" y="7287553"/>
            <a:ext cx="2231513" cy="1113783"/>
            <a:chOff x="5946505" y="4445115"/>
            <a:chExt cx="2231513" cy="1113783"/>
          </a:xfrm>
        </p:grpSpPr>
        <p:grpSp>
          <p:nvGrpSpPr>
            <p:cNvPr id="267" name="Group 266">
              <a:extLst>
                <a:ext uri="{FF2B5EF4-FFF2-40B4-BE49-F238E27FC236}">
                  <a16:creationId xmlns:a16="http://schemas.microsoft.com/office/drawing/2014/main" id="{6D35C2B8-85BD-97C0-EA1D-879C0A344B73}"/>
                </a:ext>
              </a:extLst>
            </p:cNvPr>
            <p:cNvGrpSpPr/>
            <p:nvPr/>
          </p:nvGrpSpPr>
          <p:grpSpPr>
            <a:xfrm>
              <a:off x="5946505" y="4445115"/>
              <a:ext cx="2229778" cy="544043"/>
              <a:chOff x="989922" y="2172418"/>
              <a:chExt cx="2229778" cy="544043"/>
            </a:xfrm>
          </p:grpSpPr>
          <p:cxnSp>
            <p:nvCxnSpPr>
              <p:cNvPr id="275" name="Straight Connector 274">
                <a:extLst>
                  <a:ext uri="{FF2B5EF4-FFF2-40B4-BE49-F238E27FC236}">
                    <a16:creationId xmlns:a16="http://schemas.microsoft.com/office/drawing/2014/main" id="{F19EF649-92ED-9C3A-E112-CC96D9C918AA}"/>
                  </a:ext>
                </a:extLst>
              </p:cNvPr>
              <p:cNvCxnSpPr>
                <a:cxnSpLocks/>
              </p:cNvCxnSpPr>
              <p:nvPr/>
            </p:nvCxnSpPr>
            <p:spPr>
              <a:xfrm>
                <a:off x="989922" y="2172418"/>
                <a:ext cx="0" cy="544043"/>
              </a:xfrm>
              <a:prstGeom prst="line">
                <a:avLst/>
              </a:prstGeom>
              <a:ln w="38100">
                <a:headEnd type="none" w="med" len="med"/>
                <a:tailEnd type="triangle" w="med" len="med"/>
              </a:ln>
            </p:spPr>
            <p:style>
              <a:lnRef idx="1">
                <a:schemeClr val="dk1"/>
              </a:lnRef>
              <a:fillRef idx="0">
                <a:schemeClr val="dk1"/>
              </a:fillRef>
              <a:effectRef idx="0">
                <a:schemeClr val="dk1"/>
              </a:effectRef>
              <a:fontRef idx="minor">
                <a:schemeClr val="tx1"/>
              </a:fontRef>
            </p:style>
          </p:cxnSp>
          <p:grpSp>
            <p:nvGrpSpPr>
              <p:cNvPr id="276" name="Group 275">
                <a:extLst>
                  <a:ext uri="{FF2B5EF4-FFF2-40B4-BE49-F238E27FC236}">
                    <a16:creationId xmlns:a16="http://schemas.microsoft.com/office/drawing/2014/main" id="{719C07B6-B22D-C5AE-5E38-9297E93EE363}"/>
                  </a:ext>
                </a:extLst>
              </p:cNvPr>
              <p:cNvGrpSpPr/>
              <p:nvPr/>
            </p:nvGrpSpPr>
            <p:grpSpPr>
              <a:xfrm>
                <a:off x="989922" y="2280982"/>
                <a:ext cx="2229778" cy="268464"/>
                <a:chOff x="989922" y="2322547"/>
                <a:chExt cx="2229778" cy="268464"/>
              </a:xfrm>
            </p:grpSpPr>
            <p:sp>
              <p:nvSpPr>
                <p:cNvPr id="277" name="Google Shape;216;p27">
                  <a:extLst>
                    <a:ext uri="{FF2B5EF4-FFF2-40B4-BE49-F238E27FC236}">
                      <a16:creationId xmlns:a16="http://schemas.microsoft.com/office/drawing/2014/main" id="{E5994B94-11B3-86B4-D18D-20C4DBBC6DC9}"/>
                    </a:ext>
                  </a:extLst>
                </p:cNvPr>
                <p:cNvSpPr txBox="1"/>
                <p:nvPr/>
              </p:nvSpPr>
              <p:spPr>
                <a:xfrm>
                  <a:off x="989922" y="2322547"/>
                  <a:ext cx="1923900" cy="268464"/>
                </a:xfrm>
                <a:prstGeom prst="rect">
                  <a:avLst/>
                </a:prstGeom>
                <a:noFill/>
                <a:ln>
                  <a:noFill/>
                </a:ln>
              </p:spPr>
              <p:txBody>
                <a:bodyPr spcFirstLastPara="1" wrap="square" lIns="64700" tIns="32350" rIns="64700" bIns="32350" anchor="t" anchorCtr="0">
                  <a:spAutoFit/>
                </a:bodyPr>
                <a:lstStyle/>
                <a:p>
                  <a:pPr marL="0" marR="0" lvl="0" indent="0" algn="l" rtl="0">
                    <a:spcBef>
                      <a:spcPts val="0"/>
                    </a:spcBef>
                    <a:spcAft>
                      <a:spcPts val="0"/>
                    </a:spcAft>
                    <a:buNone/>
                  </a:pPr>
                  <a:r>
                    <a:rPr lang="en" sz="1320" dirty="0">
                      <a:solidFill>
                        <a:schemeClr val="dk1"/>
                      </a:solidFill>
                      <a:latin typeface="Arial"/>
                      <a:ea typeface="Arial"/>
                      <a:cs typeface="Arial"/>
                      <a:sym typeface="Arial"/>
                    </a:rPr>
                    <a:t>Outlier detection</a:t>
                  </a:r>
                  <a:endParaRPr sz="1037" dirty="0"/>
                </a:p>
              </p:txBody>
            </p:sp>
            <p:sp>
              <p:nvSpPr>
                <p:cNvPr id="278" name="Google Shape;219;p27">
                  <a:extLst>
                    <a:ext uri="{FF2B5EF4-FFF2-40B4-BE49-F238E27FC236}">
                      <a16:creationId xmlns:a16="http://schemas.microsoft.com/office/drawing/2014/main" id="{FE7BC4D9-CC0C-59ED-2388-CC50E15851FA}"/>
                    </a:ext>
                  </a:extLst>
                </p:cNvPr>
                <p:cNvSpPr/>
                <p:nvPr/>
              </p:nvSpPr>
              <p:spPr>
                <a:xfrm>
                  <a:off x="2536148" y="2348997"/>
                  <a:ext cx="211019" cy="211019"/>
                </a:xfrm>
                <a:prstGeom prst="ellipse">
                  <a:avLst/>
                </a:prstGeom>
                <a:solidFill>
                  <a:srgbClr val="92D050"/>
                </a:solidFill>
                <a:ln w="17975" cap="flat" cmpd="sng">
                  <a:solidFill>
                    <a:srgbClr val="082836"/>
                  </a:solidFill>
                  <a:prstDash val="solid"/>
                  <a:miter lim="800000"/>
                  <a:headEnd type="none" w="sm" len="sm"/>
                  <a:tailEnd type="none" w="sm" len="sm"/>
                </a:ln>
              </p:spPr>
              <p:txBody>
                <a:bodyPr spcFirstLastPara="1" wrap="square" lIns="64700" tIns="32350" rIns="64700" bIns="32350" anchor="ctr" anchorCtr="0">
                  <a:noAutofit/>
                </a:bodyPr>
                <a:lstStyle/>
                <a:p>
                  <a:pPr marL="0" marR="0" lvl="0" indent="0" algn="ctr" rtl="0">
                    <a:spcBef>
                      <a:spcPts val="0"/>
                    </a:spcBef>
                    <a:spcAft>
                      <a:spcPts val="0"/>
                    </a:spcAft>
                    <a:buNone/>
                  </a:pPr>
                  <a:endParaRPr sz="1320" dirty="0">
                    <a:solidFill>
                      <a:schemeClr val="lt1"/>
                    </a:solidFill>
                    <a:latin typeface="Arial"/>
                    <a:ea typeface="Arial"/>
                    <a:cs typeface="Arial"/>
                    <a:sym typeface="Arial"/>
                  </a:endParaRPr>
                </a:p>
              </p:txBody>
            </p:sp>
            <p:sp>
              <p:nvSpPr>
                <p:cNvPr id="279" name="Google Shape;219;p27">
                  <a:extLst>
                    <a:ext uri="{FF2B5EF4-FFF2-40B4-BE49-F238E27FC236}">
                      <a16:creationId xmlns:a16="http://schemas.microsoft.com/office/drawing/2014/main" id="{CE485BD0-DC16-1FE4-0BC1-DB601917F0EB}"/>
                    </a:ext>
                  </a:extLst>
                </p:cNvPr>
                <p:cNvSpPr/>
                <p:nvPr/>
              </p:nvSpPr>
              <p:spPr>
                <a:xfrm>
                  <a:off x="3008681" y="2348021"/>
                  <a:ext cx="211019" cy="211019"/>
                </a:xfrm>
                <a:prstGeom prst="ellipse">
                  <a:avLst/>
                </a:prstGeom>
                <a:noFill/>
                <a:ln w="17975" cap="flat" cmpd="sng">
                  <a:solidFill>
                    <a:schemeClr val="tx1"/>
                  </a:solidFill>
                  <a:prstDash val="sysDot"/>
                  <a:miter lim="800000"/>
                  <a:headEnd type="none" w="sm" len="sm"/>
                  <a:tailEnd type="none" w="sm" len="sm"/>
                </a:ln>
              </p:spPr>
              <p:txBody>
                <a:bodyPr spcFirstLastPara="1" wrap="square" lIns="64700" tIns="32350" rIns="64700" bIns="32350" anchor="ctr" anchorCtr="0">
                  <a:noAutofit/>
                </a:bodyPr>
                <a:lstStyle/>
                <a:p>
                  <a:pPr marL="0" marR="0" lvl="0" indent="0" algn="ctr" rtl="0">
                    <a:spcBef>
                      <a:spcPts val="0"/>
                    </a:spcBef>
                    <a:spcAft>
                      <a:spcPts val="0"/>
                    </a:spcAft>
                    <a:buNone/>
                  </a:pPr>
                  <a:endParaRPr sz="1320" dirty="0">
                    <a:solidFill>
                      <a:schemeClr val="lt1"/>
                    </a:solidFill>
                    <a:latin typeface="Arial"/>
                    <a:ea typeface="Arial"/>
                    <a:cs typeface="Arial"/>
                    <a:sym typeface="Arial"/>
                  </a:endParaRPr>
                </a:p>
              </p:txBody>
            </p:sp>
            <p:cxnSp>
              <p:nvCxnSpPr>
                <p:cNvPr id="280" name="Straight Connector 279">
                  <a:extLst>
                    <a:ext uri="{FF2B5EF4-FFF2-40B4-BE49-F238E27FC236}">
                      <a16:creationId xmlns:a16="http://schemas.microsoft.com/office/drawing/2014/main" id="{95D1A90F-33BD-C3F5-900D-11E2F1613445}"/>
                    </a:ext>
                  </a:extLst>
                </p:cNvPr>
                <p:cNvCxnSpPr>
                  <a:cxnSpLocks/>
                </p:cNvCxnSpPr>
                <p:nvPr/>
              </p:nvCxnSpPr>
              <p:spPr>
                <a:xfrm>
                  <a:off x="2773067" y="2453530"/>
                  <a:ext cx="220965" cy="0"/>
                </a:xfrm>
                <a:prstGeom prst="line">
                  <a:avLst/>
                </a:prstGeom>
                <a:ln w="38100">
                  <a:headEnd type="none" w="med" len="med"/>
                  <a:tailEnd type="triangle" w="med" len="med"/>
                </a:ln>
              </p:spPr>
              <p:style>
                <a:lnRef idx="1">
                  <a:schemeClr val="dk1"/>
                </a:lnRef>
                <a:fillRef idx="0">
                  <a:schemeClr val="dk1"/>
                </a:fillRef>
                <a:effectRef idx="0">
                  <a:schemeClr val="dk1"/>
                </a:effectRef>
                <a:fontRef idx="minor">
                  <a:schemeClr val="tx1"/>
                </a:fontRef>
              </p:style>
            </p:cxnSp>
          </p:grpSp>
        </p:grpSp>
        <p:grpSp>
          <p:nvGrpSpPr>
            <p:cNvPr id="268" name="Group 267">
              <a:extLst>
                <a:ext uri="{FF2B5EF4-FFF2-40B4-BE49-F238E27FC236}">
                  <a16:creationId xmlns:a16="http://schemas.microsoft.com/office/drawing/2014/main" id="{C2A35980-C8FA-8940-09C0-89E61D49682E}"/>
                </a:ext>
              </a:extLst>
            </p:cNvPr>
            <p:cNvGrpSpPr/>
            <p:nvPr/>
          </p:nvGrpSpPr>
          <p:grpSpPr>
            <a:xfrm>
              <a:off x="5948240" y="5014855"/>
              <a:ext cx="2229778" cy="544043"/>
              <a:chOff x="989922" y="2172418"/>
              <a:chExt cx="2229778" cy="544043"/>
            </a:xfrm>
          </p:grpSpPr>
          <p:cxnSp>
            <p:nvCxnSpPr>
              <p:cNvPr id="269" name="Straight Connector 268">
                <a:extLst>
                  <a:ext uri="{FF2B5EF4-FFF2-40B4-BE49-F238E27FC236}">
                    <a16:creationId xmlns:a16="http://schemas.microsoft.com/office/drawing/2014/main" id="{84C2B968-A41B-CD0B-3FB2-A6E2D90C3B22}"/>
                  </a:ext>
                </a:extLst>
              </p:cNvPr>
              <p:cNvCxnSpPr>
                <a:cxnSpLocks/>
              </p:cNvCxnSpPr>
              <p:nvPr/>
            </p:nvCxnSpPr>
            <p:spPr>
              <a:xfrm>
                <a:off x="989922" y="2172418"/>
                <a:ext cx="0" cy="544043"/>
              </a:xfrm>
              <a:prstGeom prst="line">
                <a:avLst/>
              </a:prstGeom>
              <a:ln w="38100">
                <a:headEnd type="none" w="med" len="med"/>
                <a:tailEnd type="triangle" w="med" len="med"/>
              </a:ln>
            </p:spPr>
            <p:style>
              <a:lnRef idx="1">
                <a:schemeClr val="dk1"/>
              </a:lnRef>
              <a:fillRef idx="0">
                <a:schemeClr val="dk1"/>
              </a:fillRef>
              <a:effectRef idx="0">
                <a:schemeClr val="dk1"/>
              </a:effectRef>
              <a:fontRef idx="minor">
                <a:schemeClr val="tx1"/>
              </a:fontRef>
            </p:style>
          </p:cxnSp>
          <p:grpSp>
            <p:nvGrpSpPr>
              <p:cNvPr id="270" name="Group 269">
                <a:extLst>
                  <a:ext uri="{FF2B5EF4-FFF2-40B4-BE49-F238E27FC236}">
                    <a16:creationId xmlns:a16="http://schemas.microsoft.com/office/drawing/2014/main" id="{2DCC024E-5CC6-0014-91EB-360EBCC7EF8C}"/>
                  </a:ext>
                </a:extLst>
              </p:cNvPr>
              <p:cNvGrpSpPr/>
              <p:nvPr/>
            </p:nvGrpSpPr>
            <p:grpSpPr>
              <a:xfrm>
                <a:off x="989922" y="2280982"/>
                <a:ext cx="2229778" cy="268464"/>
                <a:chOff x="989922" y="2322547"/>
                <a:chExt cx="2229778" cy="268464"/>
              </a:xfrm>
            </p:grpSpPr>
            <p:sp>
              <p:nvSpPr>
                <p:cNvPr id="271" name="Google Shape;216;p27">
                  <a:extLst>
                    <a:ext uri="{FF2B5EF4-FFF2-40B4-BE49-F238E27FC236}">
                      <a16:creationId xmlns:a16="http://schemas.microsoft.com/office/drawing/2014/main" id="{45EAD197-409F-077F-212B-E8F9C1E7C0ED}"/>
                    </a:ext>
                  </a:extLst>
                </p:cNvPr>
                <p:cNvSpPr txBox="1"/>
                <p:nvPr/>
              </p:nvSpPr>
              <p:spPr>
                <a:xfrm>
                  <a:off x="989922" y="2322547"/>
                  <a:ext cx="1923900" cy="268464"/>
                </a:xfrm>
                <a:prstGeom prst="rect">
                  <a:avLst/>
                </a:prstGeom>
                <a:noFill/>
                <a:ln>
                  <a:noFill/>
                </a:ln>
              </p:spPr>
              <p:txBody>
                <a:bodyPr spcFirstLastPara="1" wrap="square" lIns="64700" tIns="32350" rIns="64700" bIns="32350" anchor="t" anchorCtr="0">
                  <a:spAutoFit/>
                </a:bodyPr>
                <a:lstStyle/>
                <a:p>
                  <a:pPr marL="0" marR="0" lvl="0" indent="0" algn="l" rtl="0">
                    <a:spcBef>
                      <a:spcPts val="0"/>
                    </a:spcBef>
                    <a:spcAft>
                      <a:spcPts val="0"/>
                    </a:spcAft>
                    <a:buNone/>
                  </a:pPr>
                  <a:r>
                    <a:rPr lang="en" sz="1320" dirty="0">
                      <a:solidFill>
                        <a:schemeClr val="dk1"/>
                      </a:solidFill>
                      <a:latin typeface="Arial"/>
                      <a:ea typeface="Arial"/>
                      <a:cs typeface="Arial"/>
                      <a:sym typeface="Arial"/>
                    </a:rPr>
                    <a:t>LOESS smoothing</a:t>
                  </a:r>
                  <a:endParaRPr sz="1037" dirty="0"/>
                </a:p>
              </p:txBody>
            </p:sp>
            <p:sp>
              <p:nvSpPr>
                <p:cNvPr id="272" name="Google Shape;219;p27">
                  <a:extLst>
                    <a:ext uri="{FF2B5EF4-FFF2-40B4-BE49-F238E27FC236}">
                      <a16:creationId xmlns:a16="http://schemas.microsoft.com/office/drawing/2014/main" id="{F5E9A23D-068D-24D8-E59F-CDBB55661D40}"/>
                    </a:ext>
                  </a:extLst>
                </p:cNvPr>
                <p:cNvSpPr/>
                <p:nvPr/>
              </p:nvSpPr>
              <p:spPr>
                <a:xfrm>
                  <a:off x="2536148" y="2348997"/>
                  <a:ext cx="211019" cy="211019"/>
                </a:xfrm>
                <a:prstGeom prst="ellipse">
                  <a:avLst/>
                </a:prstGeom>
                <a:solidFill>
                  <a:srgbClr val="92D050"/>
                </a:solidFill>
                <a:ln w="17975" cap="flat" cmpd="sng">
                  <a:solidFill>
                    <a:srgbClr val="082836"/>
                  </a:solidFill>
                  <a:prstDash val="solid"/>
                  <a:miter lim="800000"/>
                  <a:headEnd type="none" w="sm" len="sm"/>
                  <a:tailEnd type="none" w="sm" len="sm"/>
                </a:ln>
              </p:spPr>
              <p:txBody>
                <a:bodyPr spcFirstLastPara="1" wrap="square" lIns="64700" tIns="32350" rIns="64700" bIns="32350" anchor="ctr" anchorCtr="0">
                  <a:noAutofit/>
                </a:bodyPr>
                <a:lstStyle/>
                <a:p>
                  <a:pPr marL="0" marR="0" lvl="0" indent="0" algn="ctr" rtl="0">
                    <a:spcBef>
                      <a:spcPts val="0"/>
                    </a:spcBef>
                    <a:spcAft>
                      <a:spcPts val="0"/>
                    </a:spcAft>
                    <a:buNone/>
                  </a:pPr>
                  <a:endParaRPr sz="1320" dirty="0">
                    <a:solidFill>
                      <a:schemeClr val="lt1"/>
                    </a:solidFill>
                    <a:latin typeface="Arial"/>
                    <a:ea typeface="Arial"/>
                    <a:cs typeface="Arial"/>
                    <a:sym typeface="Arial"/>
                  </a:endParaRPr>
                </a:p>
              </p:txBody>
            </p:sp>
            <p:sp>
              <p:nvSpPr>
                <p:cNvPr id="273" name="Google Shape;219;p27">
                  <a:extLst>
                    <a:ext uri="{FF2B5EF4-FFF2-40B4-BE49-F238E27FC236}">
                      <a16:creationId xmlns:a16="http://schemas.microsoft.com/office/drawing/2014/main" id="{62470311-3A1D-B5E6-7128-3119495B9343}"/>
                    </a:ext>
                  </a:extLst>
                </p:cNvPr>
                <p:cNvSpPr/>
                <p:nvPr/>
              </p:nvSpPr>
              <p:spPr>
                <a:xfrm>
                  <a:off x="3008681" y="2348021"/>
                  <a:ext cx="211019" cy="211019"/>
                </a:xfrm>
                <a:prstGeom prst="ellipse">
                  <a:avLst/>
                </a:prstGeom>
                <a:solidFill>
                  <a:srgbClr val="4285F4"/>
                </a:solidFill>
                <a:ln w="17975" cap="flat" cmpd="sng">
                  <a:solidFill>
                    <a:srgbClr val="082836"/>
                  </a:solidFill>
                  <a:prstDash val="solid"/>
                  <a:miter lim="800000"/>
                  <a:headEnd type="none" w="sm" len="sm"/>
                  <a:tailEnd type="none" w="sm" len="sm"/>
                </a:ln>
              </p:spPr>
              <p:txBody>
                <a:bodyPr spcFirstLastPara="1" wrap="square" lIns="64700" tIns="32350" rIns="64700" bIns="32350" anchor="ctr" anchorCtr="0">
                  <a:noAutofit/>
                </a:bodyPr>
                <a:lstStyle/>
                <a:p>
                  <a:pPr marL="0" marR="0" lvl="0" indent="0" algn="ctr" rtl="0">
                    <a:spcBef>
                      <a:spcPts val="0"/>
                    </a:spcBef>
                    <a:spcAft>
                      <a:spcPts val="0"/>
                    </a:spcAft>
                    <a:buNone/>
                  </a:pPr>
                  <a:endParaRPr sz="1320" dirty="0">
                    <a:solidFill>
                      <a:schemeClr val="lt1"/>
                    </a:solidFill>
                    <a:latin typeface="Arial"/>
                    <a:ea typeface="Arial"/>
                    <a:cs typeface="Arial"/>
                    <a:sym typeface="Arial"/>
                  </a:endParaRPr>
                </a:p>
              </p:txBody>
            </p:sp>
            <p:cxnSp>
              <p:nvCxnSpPr>
                <p:cNvPr id="274" name="Straight Connector 273">
                  <a:extLst>
                    <a:ext uri="{FF2B5EF4-FFF2-40B4-BE49-F238E27FC236}">
                      <a16:creationId xmlns:a16="http://schemas.microsoft.com/office/drawing/2014/main" id="{AAFFC802-6112-D48C-B5CB-19CE14B75D76}"/>
                    </a:ext>
                  </a:extLst>
                </p:cNvPr>
                <p:cNvCxnSpPr>
                  <a:cxnSpLocks/>
                </p:cNvCxnSpPr>
                <p:nvPr/>
              </p:nvCxnSpPr>
              <p:spPr>
                <a:xfrm>
                  <a:off x="2773067" y="2453530"/>
                  <a:ext cx="220965" cy="0"/>
                </a:xfrm>
                <a:prstGeom prst="line">
                  <a:avLst/>
                </a:prstGeom>
                <a:ln w="38100">
                  <a:headEnd type="none" w="med" len="med"/>
                  <a:tailEnd type="triangle" w="med" len="med"/>
                </a:ln>
              </p:spPr>
              <p:style>
                <a:lnRef idx="1">
                  <a:schemeClr val="dk1"/>
                </a:lnRef>
                <a:fillRef idx="0">
                  <a:schemeClr val="dk1"/>
                </a:fillRef>
                <a:effectRef idx="0">
                  <a:schemeClr val="dk1"/>
                </a:effectRef>
                <a:fontRef idx="minor">
                  <a:schemeClr val="tx1"/>
                </a:fontRef>
              </p:style>
            </p:cxnSp>
          </p:grpSp>
        </p:grpSp>
      </p:grpSp>
      <p:sp>
        <p:nvSpPr>
          <p:cNvPr id="307" name="TextBox 306">
            <a:extLst>
              <a:ext uri="{FF2B5EF4-FFF2-40B4-BE49-F238E27FC236}">
                <a16:creationId xmlns:a16="http://schemas.microsoft.com/office/drawing/2014/main" id="{BB1D8314-39C9-55EF-7417-8601DFEDBFA2}"/>
              </a:ext>
            </a:extLst>
          </p:cNvPr>
          <p:cNvSpPr txBox="1"/>
          <p:nvPr/>
        </p:nvSpPr>
        <p:spPr>
          <a:xfrm>
            <a:off x="-608500" y="-1845734"/>
            <a:ext cx="2557110" cy="307777"/>
          </a:xfrm>
          <a:prstGeom prst="rect">
            <a:avLst/>
          </a:prstGeom>
          <a:noFill/>
        </p:spPr>
        <p:txBody>
          <a:bodyPr wrap="none" rtlCol="0">
            <a:spAutoFit/>
          </a:bodyPr>
          <a:lstStyle/>
          <a:p>
            <a:r>
              <a:rPr lang="en-CH" b="1" dirty="0"/>
              <a:t>a) Run with acquisition at t0</a:t>
            </a:r>
          </a:p>
        </p:txBody>
      </p:sp>
      <p:sp>
        <p:nvSpPr>
          <p:cNvPr id="308" name="TextBox 307">
            <a:extLst>
              <a:ext uri="{FF2B5EF4-FFF2-40B4-BE49-F238E27FC236}">
                <a16:creationId xmlns:a16="http://schemas.microsoft.com/office/drawing/2014/main" id="{9368B942-E20C-468A-5561-721D310EB5EA}"/>
              </a:ext>
            </a:extLst>
          </p:cNvPr>
          <p:cNvSpPr txBox="1"/>
          <p:nvPr/>
        </p:nvSpPr>
        <p:spPr>
          <a:xfrm>
            <a:off x="-608500" y="5333999"/>
            <a:ext cx="2428870" cy="307777"/>
          </a:xfrm>
          <a:prstGeom prst="rect">
            <a:avLst/>
          </a:prstGeom>
          <a:noFill/>
        </p:spPr>
        <p:txBody>
          <a:bodyPr wrap="none" rtlCol="0">
            <a:spAutoFit/>
          </a:bodyPr>
          <a:lstStyle/>
          <a:p>
            <a:r>
              <a:rPr lang="en-CH" b="1" dirty="0"/>
              <a:t>b) Run an acquisition later</a:t>
            </a:r>
          </a:p>
        </p:txBody>
      </p:sp>
      <p:sp>
        <p:nvSpPr>
          <p:cNvPr id="309" name="TextBox 308">
            <a:extLst>
              <a:ext uri="{FF2B5EF4-FFF2-40B4-BE49-F238E27FC236}">
                <a16:creationId xmlns:a16="http://schemas.microsoft.com/office/drawing/2014/main" id="{21643830-7D82-0603-BB65-B241522277E0}"/>
              </a:ext>
            </a:extLst>
          </p:cNvPr>
          <p:cNvSpPr txBox="1"/>
          <p:nvPr/>
        </p:nvSpPr>
        <p:spPr>
          <a:xfrm>
            <a:off x="-608500" y="8077199"/>
            <a:ext cx="2618024" cy="307777"/>
          </a:xfrm>
          <a:prstGeom prst="rect">
            <a:avLst/>
          </a:prstGeom>
          <a:noFill/>
        </p:spPr>
        <p:txBody>
          <a:bodyPr wrap="none" rtlCol="0">
            <a:spAutoFit/>
          </a:bodyPr>
          <a:lstStyle/>
          <a:p>
            <a:r>
              <a:rPr lang="en-CH" b="1" dirty="0"/>
              <a:t>c) Run two acquisitions later</a:t>
            </a:r>
          </a:p>
        </p:txBody>
      </p:sp>
      <p:grpSp>
        <p:nvGrpSpPr>
          <p:cNvPr id="319" name="Group 318">
            <a:extLst>
              <a:ext uri="{FF2B5EF4-FFF2-40B4-BE49-F238E27FC236}">
                <a16:creationId xmlns:a16="http://schemas.microsoft.com/office/drawing/2014/main" id="{2CD402A8-2A9F-A0BC-5E6F-8A3187E0914A}"/>
              </a:ext>
            </a:extLst>
          </p:cNvPr>
          <p:cNvGrpSpPr/>
          <p:nvPr/>
        </p:nvGrpSpPr>
        <p:grpSpPr>
          <a:xfrm>
            <a:off x="177076" y="8606662"/>
            <a:ext cx="10546161" cy="1493500"/>
            <a:chOff x="177076" y="8606662"/>
            <a:chExt cx="10546161" cy="1493500"/>
          </a:xfrm>
        </p:grpSpPr>
        <p:grpSp>
          <p:nvGrpSpPr>
            <p:cNvPr id="281" name="Group 280">
              <a:extLst>
                <a:ext uri="{FF2B5EF4-FFF2-40B4-BE49-F238E27FC236}">
                  <a16:creationId xmlns:a16="http://schemas.microsoft.com/office/drawing/2014/main" id="{437A1A43-B8DB-643D-C80D-266BBC63FE97}"/>
                </a:ext>
              </a:extLst>
            </p:cNvPr>
            <p:cNvGrpSpPr/>
            <p:nvPr/>
          </p:nvGrpSpPr>
          <p:grpSpPr>
            <a:xfrm>
              <a:off x="177076" y="8606662"/>
              <a:ext cx="10546161" cy="1493500"/>
              <a:chOff x="172679" y="2394512"/>
              <a:chExt cx="10546161" cy="1493500"/>
            </a:xfrm>
          </p:grpSpPr>
          <p:sp>
            <p:nvSpPr>
              <p:cNvPr id="282" name="Google Shape;204;p27">
                <a:extLst>
                  <a:ext uri="{FF2B5EF4-FFF2-40B4-BE49-F238E27FC236}">
                    <a16:creationId xmlns:a16="http://schemas.microsoft.com/office/drawing/2014/main" id="{339C2E02-FA0D-11D5-0FE3-3D8F9DF9EEAA}"/>
                  </a:ext>
                </a:extLst>
              </p:cNvPr>
              <p:cNvSpPr/>
              <p:nvPr/>
            </p:nvSpPr>
            <p:spPr>
              <a:xfrm>
                <a:off x="1459863" y="2415959"/>
                <a:ext cx="9083238" cy="1472053"/>
              </a:xfrm>
              <a:prstGeom prst="rect">
                <a:avLst/>
              </a:prstGeom>
              <a:solidFill>
                <a:srgbClr val="BEF2C7">
                  <a:alpha val="31760"/>
                </a:srgbClr>
              </a:solidFill>
              <a:ln w="17975" cap="flat" cmpd="sng">
                <a:solidFill>
                  <a:srgbClr val="082836"/>
                </a:solidFill>
                <a:prstDash val="solid"/>
                <a:miter lim="800000"/>
                <a:headEnd type="none" w="sm" len="sm"/>
                <a:tailEnd type="none" w="sm" len="sm"/>
              </a:ln>
            </p:spPr>
            <p:txBody>
              <a:bodyPr spcFirstLastPara="1" wrap="square" lIns="64700" tIns="32350" rIns="64700" bIns="32350" anchor="t" anchorCtr="0">
                <a:noAutofit/>
              </a:bodyPr>
              <a:lstStyle/>
              <a:p>
                <a:pPr marL="0" marR="0" lvl="0" indent="0" algn="l" rtl="0">
                  <a:spcBef>
                    <a:spcPts val="0"/>
                  </a:spcBef>
                  <a:spcAft>
                    <a:spcPts val="0"/>
                  </a:spcAft>
                  <a:buNone/>
                </a:pPr>
                <a:r>
                  <a:rPr lang="en" sz="1320" b="0" i="0" u="none" strike="noStrike" cap="none" dirty="0">
                    <a:solidFill>
                      <a:schemeClr val="dk1"/>
                    </a:solidFill>
                    <a:latin typeface="Arial"/>
                    <a:ea typeface="Arial"/>
                    <a:cs typeface="Arial"/>
                    <a:sym typeface="Arial"/>
                  </a:rPr>
                  <a:t>7-observation moving window:</a:t>
                </a:r>
                <a:endParaRPr sz="1037" dirty="0"/>
              </a:p>
            </p:txBody>
          </p:sp>
          <p:sp>
            <p:nvSpPr>
              <p:cNvPr id="283" name="Google Shape;205;p27">
                <a:extLst>
                  <a:ext uri="{FF2B5EF4-FFF2-40B4-BE49-F238E27FC236}">
                    <a16:creationId xmlns:a16="http://schemas.microsoft.com/office/drawing/2014/main" id="{9B0D97D0-D51B-8E23-FB4B-7801D7919623}"/>
                  </a:ext>
                </a:extLst>
              </p:cNvPr>
              <p:cNvSpPr/>
              <p:nvPr/>
            </p:nvSpPr>
            <p:spPr>
              <a:xfrm>
                <a:off x="821909" y="2775070"/>
                <a:ext cx="631500" cy="631500"/>
              </a:xfrm>
              <a:prstGeom prst="ellipse">
                <a:avLst/>
              </a:prstGeom>
              <a:solidFill>
                <a:schemeClr val="accent1"/>
              </a:solidFill>
              <a:ln w="15425" cap="flat" cmpd="sng">
                <a:solidFill>
                  <a:srgbClr val="082836"/>
                </a:solidFill>
                <a:prstDash val="solid"/>
                <a:miter lim="800000"/>
                <a:headEnd type="none" w="sm" len="sm"/>
                <a:tailEnd type="none" w="sm" len="sm"/>
              </a:ln>
            </p:spPr>
            <p:txBody>
              <a:bodyPr spcFirstLastPara="1" wrap="square" lIns="55550" tIns="27775" rIns="55550" bIns="27775" anchor="ctr" anchorCtr="0">
                <a:noAutofit/>
              </a:bodyPr>
              <a:lstStyle/>
              <a:p>
                <a:pPr marL="0" marR="0" lvl="0" indent="0" algn="ctr" rtl="0">
                  <a:spcBef>
                    <a:spcPts val="0"/>
                  </a:spcBef>
                  <a:spcAft>
                    <a:spcPts val="0"/>
                  </a:spcAft>
                  <a:buNone/>
                </a:pPr>
                <a:r>
                  <a:rPr lang="en" sz="1134" dirty="0">
                    <a:solidFill>
                      <a:schemeClr val="lt1"/>
                    </a:solidFill>
                  </a:rPr>
                  <a:t>-</a:t>
                </a:r>
                <a:endParaRPr sz="1134" dirty="0">
                  <a:solidFill>
                    <a:schemeClr val="lt1"/>
                  </a:solidFill>
                  <a:latin typeface="Arial"/>
                  <a:ea typeface="Arial"/>
                  <a:cs typeface="Arial"/>
                  <a:sym typeface="Arial"/>
                </a:endParaRPr>
              </a:p>
            </p:txBody>
          </p:sp>
          <p:sp>
            <p:nvSpPr>
              <p:cNvPr id="284" name="Google Shape;206;p27">
                <a:extLst>
                  <a:ext uri="{FF2B5EF4-FFF2-40B4-BE49-F238E27FC236}">
                    <a16:creationId xmlns:a16="http://schemas.microsoft.com/office/drawing/2014/main" id="{D08A1318-B79C-F385-6C6D-F095C454C6CD}"/>
                  </a:ext>
                </a:extLst>
              </p:cNvPr>
              <p:cNvSpPr/>
              <p:nvPr/>
            </p:nvSpPr>
            <p:spPr>
              <a:xfrm>
                <a:off x="2100002" y="2775098"/>
                <a:ext cx="631500" cy="631500"/>
              </a:xfrm>
              <a:prstGeom prst="ellipse">
                <a:avLst/>
              </a:prstGeom>
              <a:solidFill>
                <a:schemeClr val="accent1"/>
              </a:solidFill>
              <a:ln w="15425" cap="flat" cmpd="sng">
                <a:solidFill>
                  <a:srgbClr val="082836"/>
                </a:solidFill>
                <a:prstDash val="solid"/>
                <a:miter lim="800000"/>
                <a:headEnd type="none" w="sm" len="sm"/>
                <a:tailEnd type="none" w="sm" len="sm"/>
              </a:ln>
            </p:spPr>
            <p:txBody>
              <a:bodyPr spcFirstLastPara="1" wrap="square" lIns="55550" tIns="27775" rIns="55550" bIns="27775" anchor="ctr" anchorCtr="0">
                <a:noAutofit/>
              </a:bodyPr>
              <a:lstStyle/>
              <a:p>
                <a:pPr marL="0" marR="0" lvl="0" indent="0" algn="ctr" rtl="0">
                  <a:spcBef>
                    <a:spcPts val="0"/>
                  </a:spcBef>
                  <a:spcAft>
                    <a:spcPts val="0"/>
                  </a:spcAft>
                  <a:buNone/>
                </a:pPr>
                <a:r>
                  <a:rPr lang="en" sz="1134" dirty="0">
                    <a:solidFill>
                      <a:schemeClr val="lt1"/>
                    </a:solidFill>
                  </a:rPr>
                  <a:t>t-6</a:t>
                </a:r>
                <a:endParaRPr sz="1134" dirty="0">
                  <a:solidFill>
                    <a:schemeClr val="lt1"/>
                  </a:solidFill>
                  <a:latin typeface="Arial"/>
                  <a:ea typeface="Arial"/>
                  <a:cs typeface="Arial"/>
                  <a:sym typeface="Arial"/>
                </a:endParaRPr>
              </a:p>
            </p:txBody>
          </p:sp>
          <p:sp>
            <p:nvSpPr>
              <p:cNvPr id="285" name="Google Shape;207;p27">
                <a:extLst>
                  <a:ext uri="{FF2B5EF4-FFF2-40B4-BE49-F238E27FC236}">
                    <a16:creationId xmlns:a16="http://schemas.microsoft.com/office/drawing/2014/main" id="{8054732E-97EC-6DDF-0CCB-EADB34F8A76C}"/>
                  </a:ext>
                </a:extLst>
              </p:cNvPr>
              <p:cNvSpPr/>
              <p:nvPr/>
            </p:nvSpPr>
            <p:spPr>
              <a:xfrm>
                <a:off x="3398463" y="2775098"/>
                <a:ext cx="631500" cy="631500"/>
              </a:xfrm>
              <a:prstGeom prst="ellipse">
                <a:avLst/>
              </a:prstGeom>
              <a:solidFill>
                <a:schemeClr val="accent1"/>
              </a:solidFill>
              <a:ln w="15425" cap="flat" cmpd="sng">
                <a:solidFill>
                  <a:srgbClr val="082836"/>
                </a:solidFill>
                <a:prstDash val="solid"/>
                <a:miter lim="800000"/>
                <a:headEnd type="none" w="sm" len="sm"/>
                <a:tailEnd type="none" w="sm" len="sm"/>
              </a:ln>
            </p:spPr>
            <p:txBody>
              <a:bodyPr spcFirstLastPara="1" wrap="square" lIns="55550" tIns="27775" rIns="55550" bIns="27775" anchor="ctr" anchorCtr="0">
                <a:noAutofit/>
              </a:bodyPr>
              <a:lstStyle/>
              <a:p>
                <a:pPr marL="0" marR="0" lvl="0" indent="0" algn="ctr" rtl="0">
                  <a:spcBef>
                    <a:spcPts val="0"/>
                  </a:spcBef>
                  <a:spcAft>
                    <a:spcPts val="0"/>
                  </a:spcAft>
                  <a:buNone/>
                </a:pPr>
                <a:r>
                  <a:rPr lang="en" sz="1134" dirty="0">
                    <a:solidFill>
                      <a:schemeClr val="lt1"/>
                    </a:solidFill>
                  </a:rPr>
                  <a:t>t-5</a:t>
                </a:r>
                <a:endParaRPr sz="1134" dirty="0">
                  <a:solidFill>
                    <a:schemeClr val="lt1"/>
                  </a:solidFill>
                  <a:latin typeface="Arial"/>
                  <a:ea typeface="Arial"/>
                  <a:cs typeface="Arial"/>
                  <a:sym typeface="Arial"/>
                </a:endParaRPr>
              </a:p>
            </p:txBody>
          </p:sp>
          <p:sp>
            <p:nvSpPr>
              <p:cNvPr id="286" name="Google Shape;208;p27">
                <a:extLst>
                  <a:ext uri="{FF2B5EF4-FFF2-40B4-BE49-F238E27FC236}">
                    <a16:creationId xmlns:a16="http://schemas.microsoft.com/office/drawing/2014/main" id="{CA35F1D4-9FE0-E2C9-2AFC-DF76EC796683}"/>
                  </a:ext>
                </a:extLst>
              </p:cNvPr>
              <p:cNvSpPr/>
              <p:nvPr/>
            </p:nvSpPr>
            <p:spPr>
              <a:xfrm>
                <a:off x="4047694" y="2775098"/>
                <a:ext cx="631500" cy="631500"/>
              </a:xfrm>
              <a:prstGeom prst="ellipse">
                <a:avLst/>
              </a:prstGeom>
              <a:solidFill>
                <a:schemeClr val="accent1"/>
              </a:solidFill>
              <a:ln w="15425" cap="flat" cmpd="sng">
                <a:solidFill>
                  <a:srgbClr val="082836"/>
                </a:solidFill>
                <a:prstDash val="solid"/>
                <a:miter lim="800000"/>
                <a:headEnd type="none" w="sm" len="sm"/>
                <a:tailEnd type="none" w="sm" len="sm"/>
              </a:ln>
            </p:spPr>
            <p:txBody>
              <a:bodyPr spcFirstLastPara="1" wrap="square" lIns="55550" tIns="27775" rIns="55550" bIns="27775" anchor="ctr" anchorCtr="0">
                <a:noAutofit/>
              </a:bodyPr>
              <a:lstStyle/>
              <a:p>
                <a:pPr marL="0" marR="0" lvl="0" indent="0" algn="ctr" rtl="0">
                  <a:spcBef>
                    <a:spcPts val="0"/>
                  </a:spcBef>
                  <a:spcAft>
                    <a:spcPts val="0"/>
                  </a:spcAft>
                  <a:buNone/>
                </a:pPr>
                <a:r>
                  <a:rPr lang="en" sz="1134" dirty="0">
                    <a:solidFill>
                      <a:schemeClr val="lt1"/>
                    </a:solidFill>
                  </a:rPr>
                  <a:t>t-4</a:t>
                </a:r>
                <a:endParaRPr sz="1134" dirty="0">
                  <a:solidFill>
                    <a:schemeClr val="lt1"/>
                  </a:solidFill>
                  <a:latin typeface="Arial"/>
                  <a:ea typeface="Arial"/>
                  <a:cs typeface="Arial"/>
                  <a:sym typeface="Arial"/>
                </a:endParaRPr>
              </a:p>
            </p:txBody>
          </p:sp>
          <p:sp>
            <p:nvSpPr>
              <p:cNvPr id="287" name="Google Shape;209;p27">
                <a:extLst>
                  <a:ext uri="{FF2B5EF4-FFF2-40B4-BE49-F238E27FC236}">
                    <a16:creationId xmlns:a16="http://schemas.microsoft.com/office/drawing/2014/main" id="{7C76F038-A0F6-CDFF-8436-EC1FEBC5A96E}"/>
                  </a:ext>
                </a:extLst>
              </p:cNvPr>
              <p:cNvSpPr/>
              <p:nvPr/>
            </p:nvSpPr>
            <p:spPr>
              <a:xfrm>
                <a:off x="5346154" y="2788415"/>
                <a:ext cx="631500" cy="631500"/>
              </a:xfrm>
              <a:prstGeom prst="ellipse">
                <a:avLst/>
              </a:prstGeom>
              <a:solidFill>
                <a:srgbClr val="92D050"/>
              </a:solidFill>
              <a:ln w="15425" cap="flat" cmpd="sng">
                <a:solidFill>
                  <a:srgbClr val="082836"/>
                </a:solidFill>
                <a:prstDash val="solid"/>
                <a:miter lim="800000"/>
                <a:headEnd type="none" w="sm" len="sm"/>
                <a:tailEnd type="none" w="sm" len="sm"/>
              </a:ln>
            </p:spPr>
            <p:txBody>
              <a:bodyPr spcFirstLastPara="1" wrap="square" lIns="55550" tIns="27775" rIns="55550" bIns="27775" anchor="ctr" anchorCtr="0">
                <a:noAutofit/>
              </a:bodyPr>
              <a:lstStyle/>
              <a:p>
                <a:pPr marL="0" marR="0" lvl="0" indent="0" algn="ctr" rtl="0">
                  <a:spcBef>
                    <a:spcPts val="0"/>
                  </a:spcBef>
                  <a:spcAft>
                    <a:spcPts val="0"/>
                  </a:spcAft>
                  <a:buNone/>
                </a:pPr>
                <a:r>
                  <a:rPr lang="en" sz="1134" dirty="0">
                    <a:solidFill>
                      <a:schemeClr val="lt1"/>
                    </a:solidFill>
                  </a:rPr>
                  <a:t>t-3</a:t>
                </a:r>
                <a:endParaRPr sz="1134" dirty="0">
                  <a:solidFill>
                    <a:schemeClr val="lt1"/>
                  </a:solidFill>
                  <a:latin typeface="Arial"/>
                  <a:ea typeface="Arial"/>
                  <a:cs typeface="Arial"/>
                  <a:sym typeface="Arial"/>
                </a:endParaRPr>
              </a:p>
            </p:txBody>
          </p:sp>
          <p:sp>
            <p:nvSpPr>
              <p:cNvPr id="288" name="Google Shape;210;p27">
                <a:extLst>
                  <a:ext uri="{FF2B5EF4-FFF2-40B4-BE49-F238E27FC236}">
                    <a16:creationId xmlns:a16="http://schemas.microsoft.com/office/drawing/2014/main" id="{08F5924C-A2F7-FE55-89C7-300BB874BF68}"/>
                  </a:ext>
                </a:extLst>
              </p:cNvPr>
              <p:cNvSpPr/>
              <p:nvPr/>
            </p:nvSpPr>
            <p:spPr>
              <a:xfrm>
                <a:off x="7293844" y="2775098"/>
                <a:ext cx="631500" cy="631500"/>
              </a:xfrm>
              <a:prstGeom prst="ellipse">
                <a:avLst/>
              </a:prstGeom>
              <a:solidFill>
                <a:srgbClr val="92D050"/>
              </a:solidFill>
              <a:ln w="15425" cap="flat" cmpd="sng">
                <a:solidFill>
                  <a:srgbClr val="082836"/>
                </a:solidFill>
                <a:prstDash val="solid"/>
                <a:miter lim="800000"/>
                <a:headEnd type="none" w="sm" len="sm"/>
                <a:tailEnd type="none" w="sm" len="sm"/>
              </a:ln>
            </p:spPr>
            <p:txBody>
              <a:bodyPr spcFirstLastPara="1" wrap="square" lIns="55550" tIns="27775" rIns="55550" bIns="27775" anchor="ctr" anchorCtr="0">
                <a:noAutofit/>
              </a:bodyPr>
              <a:lstStyle/>
              <a:p>
                <a:pPr algn="ctr"/>
                <a:r>
                  <a:rPr lang="en-GB" sz="1134" dirty="0">
                    <a:solidFill>
                      <a:schemeClr val="lt1"/>
                    </a:solidFill>
                  </a:rPr>
                  <a:t>t-2</a:t>
                </a:r>
              </a:p>
            </p:txBody>
          </p:sp>
          <p:sp>
            <p:nvSpPr>
              <p:cNvPr id="289" name="Google Shape;211;p27">
                <a:extLst>
                  <a:ext uri="{FF2B5EF4-FFF2-40B4-BE49-F238E27FC236}">
                    <a16:creationId xmlns:a16="http://schemas.microsoft.com/office/drawing/2014/main" id="{9A536B73-031F-0C92-B5B7-5E72EA87333F}"/>
                  </a:ext>
                </a:extLst>
              </p:cNvPr>
              <p:cNvSpPr/>
              <p:nvPr/>
            </p:nvSpPr>
            <p:spPr>
              <a:xfrm>
                <a:off x="172679" y="2775070"/>
                <a:ext cx="631500" cy="631500"/>
              </a:xfrm>
              <a:prstGeom prst="ellipse">
                <a:avLst/>
              </a:prstGeom>
              <a:solidFill>
                <a:schemeClr val="accent1"/>
              </a:solidFill>
              <a:ln w="15425" cap="flat" cmpd="sng">
                <a:solidFill>
                  <a:srgbClr val="082836"/>
                </a:solidFill>
                <a:prstDash val="solid"/>
                <a:miter lim="800000"/>
                <a:headEnd type="none" w="sm" len="sm"/>
                <a:tailEnd type="none" w="sm" len="sm"/>
              </a:ln>
            </p:spPr>
            <p:txBody>
              <a:bodyPr spcFirstLastPara="1" wrap="square" lIns="55550" tIns="27775" rIns="55550" bIns="27775" anchor="ctr" anchorCtr="0">
                <a:noAutofit/>
              </a:bodyPr>
              <a:lstStyle/>
              <a:p>
                <a:pPr marL="0" marR="0" lvl="0" indent="0" algn="ctr" rtl="0">
                  <a:spcBef>
                    <a:spcPts val="0"/>
                  </a:spcBef>
                  <a:spcAft>
                    <a:spcPts val="0"/>
                  </a:spcAft>
                  <a:buNone/>
                </a:pPr>
                <a:r>
                  <a:rPr lang="en" sz="1134" dirty="0">
                    <a:solidFill>
                      <a:schemeClr val="lt1"/>
                    </a:solidFill>
                  </a:rPr>
                  <a:t>-</a:t>
                </a:r>
                <a:endParaRPr sz="1134" dirty="0">
                  <a:solidFill>
                    <a:schemeClr val="lt1"/>
                  </a:solidFill>
                  <a:latin typeface="Arial"/>
                  <a:ea typeface="Arial"/>
                  <a:cs typeface="Arial"/>
                  <a:sym typeface="Arial"/>
                </a:endParaRPr>
              </a:p>
            </p:txBody>
          </p:sp>
          <p:sp>
            <p:nvSpPr>
              <p:cNvPr id="290" name="Google Shape;212;p27">
                <a:extLst>
                  <a:ext uri="{FF2B5EF4-FFF2-40B4-BE49-F238E27FC236}">
                    <a16:creationId xmlns:a16="http://schemas.microsoft.com/office/drawing/2014/main" id="{8A8CF032-4139-7B80-7E93-48373EDA2FB9}"/>
                  </a:ext>
                </a:extLst>
              </p:cNvPr>
              <p:cNvSpPr/>
              <p:nvPr/>
            </p:nvSpPr>
            <p:spPr>
              <a:xfrm>
                <a:off x="5995383" y="2775098"/>
                <a:ext cx="631500" cy="631500"/>
              </a:xfrm>
              <a:prstGeom prst="ellipse">
                <a:avLst/>
              </a:prstGeom>
              <a:noFill/>
              <a:ln w="15425" cap="flat" cmpd="sng">
                <a:solidFill>
                  <a:srgbClr val="082836"/>
                </a:solidFill>
                <a:prstDash val="dash"/>
                <a:miter lim="800000"/>
                <a:headEnd type="none" w="sm" len="sm"/>
                <a:tailEnd type="none" w="sm" len="sm"/>
              </a:ln>
            </p:spPr>
            <p:txBody>
              <a:bodyPr spcFirstLastPara="1" wrap="square" lIns="55550" tIns="27775" rIns="55550" bIns="27775" anchor="ctr" anchorCtr="0">
                <a:noAutofit/>
              </a:bodyPr>
              <a:lstStyle/>
              <a:p>
                <a:pPr marL="0" marR="0" lvl="0" indent="0" algn="ctr" rtl="0">
                  <a:spcBef>
                    <a:spcPts val="0"/>
                  </a:spcBef>
                  <a:spcAft>
                    <a:spcPts val="0"/>
                  </a:spcAft>
                  <a:buNone/>
                </a:pPr>
                <a:r>
                  <a:rPr lang="en" sz="1701" dirty="0">
                    <a:solidFill>
                      <a:schemeClr val="dk1"/>
                    </a:solidFill>
                    <a:latin typeface="Arial"/>
                    <a:ea typeface="Arial"/>
                    <a:cs typeface="Arial"/>
                    <a:sym typeface="Arial"/>
                  </a:rPr>
                  <a:t>L1</a:t>
                </a:r>
                <a:endParaRPr sz="891" dirty="0"/>
              </a:p>
            </p:txBody>
          </p:sp>
          <p:sp>
            <p:nvSpPr>
              <p:cNvPr id="291" name="Google Shape;213;p27">
                <a:extLst>
                  <a:ext uri="{FF2B5EF4-FFF2-40B4-BE49-F238E27FC236}">
                    <a16:creationId xmlns:a16="http://schemas.microsoft.com/office/drawing/2014/main" id="{189C4935-1AC4-5AE0-8AE6-1A0A5167BEE3}"/>
                  </a:ext>
                </a:extLst>
              </p:cNvPr>
              <p:cNvSpPr/>
              <p:nvPr/>
            </p:nvSpPr>
            <p:spPr>
              <a:xfrm>
                <a:off x="6644613" y="2765584"/>
                <a:ext cx="631500" cy="631500"/>
              </a:xfrm>
              <a:prstGeom prst="ellipse">
                <a:avLst/>
              </a:prstGeom>
              <a:noFill/>
              <a:ln w="15425" cap="flat" cmpd="sng">
                <a:solidFill>
                  <a:srgbClr val="082836"/>
                </a:solidFill>
                <a:prstDash val="dash"/>
                <a:miter lim="800000"/>
                <a:headEnd type="none" w="sm" len="sm"/>
                <a:tailEnd type="none" w="sm" len="sm"/>
              </a:ln>
            </p:spPr>
            <p:txBody>
              <a:bodyPr spcFirstLastPara="1" wrap="square" lIns="55550" tIns="27775" rIns="55550" bIns="27775" anchor="ctr" anchorCtr="0">
                <a:noAutofit/>
              </a:bodyPr>
              <a:lstStyle/>
              <a:p>
                <a:pPr marL="0" marR="0" lvl="0" indent="0" algn="ctr" rtl="0">
                  <a:spcBef>
                    <a:spcPts val="0"/>
                  </a:spcBef>
                  <a:spcAft>
                    <a:spcPts val="0"/>
                  </a:spcAft>
                  <a:buNone/>
                </a:pPr>
                <a:r>
                  <a:rPr lang="en" sz="1701">
                    <a:solidFill>
                      <a:schemeClr val="dk1"/>
                    </a:solidFill>
                    <a:latin typeface="Arial"/>
                    <a:ea typeface="Arial"/>
                    <a:cs typeface="Arial"/>
                    <a:sym typeface="Arial"/>
                  </a:rPr>
                  <a:t>L1</a:t>
                </a:r>
                <a:endParaRPr sz="891"/>
              </a:p>
            </p:txBody>
          </p:sp>
          <p:sp>
            <p:nvSpPr>
              <p:cNvPr id="292" name="Google Shape;215;p27">
                <a:extLst>
                  <a:ext uri="{FF2B5EF4-FFF2-40B4-BE49-F238E27FC236}">
                    <a16:creationId xmlns:a16="http://schemas.microsoft.com/office/drawing/2014/main" id="{D50AF8A4-EA18-78CB-5629-F9BA3A8BEDFF}"/>
                  </a:ext>
                </a:extLst>
              </p:cNvPr>
              <p:cNvSpPr/>
              <p:nvPr/>
            </p:nvSpPr>
            <p:spPr>
              <a:xfrm>
                <a:off x="4696924" y="2788415"/>
                <a:ext cx="631500" cy="631500"/>
              </a:xfrm>
              <a:prstGeom prst="ellipse">
                <a:avLst/>
              </a:prstGeom>
              <a:noFill/>
              <a:ln w="15425" cap="flat" cmpd="sng">
                <a:solidFill>
                  <a:srgbClr val="082836"/>
                </a:solidFill>
                <a:prstDash val="dash"/>
                <a:miter lim="800000"/>
                <a:headEnd type="none" w="sm" len="sm"/>
                <a:tailEnd type="none" w="sm" len="sm"/>
              </a:ln>
            </p:spPr>
            <p:txBody>
              <a:bodyPr spcFirstLastPara="1" wrap="square" lIns="55550" tIns="27775" rIns="55550" bIns="27775" anchor="ctr" anchorCtr="0">
                <a:noAutofit/>
              </a:bodyPr>
              <a:lstStyle/>
              <a:p>
                <a:pPr marL="0" marR="0" lvl="0" indent="0" algn="ctr" rtl="0">
                  <a:spcBef>
                    <a:spcPts val="0"/>
                  </a:spcBef>
                  <a:spcAft>
                    <a:spcPts val="0"/>
                  </a:spcAft>
                  <a:buNone/>
                </a:pPr>
                <a:r>
                  <a:rPr lang="en" sz="1701" dirty="0">
                    <a:solidFill>
                      <a:schemeClr val="dk1"/>
                    </a:solidFill>
                    <a:latin typeface="Arial"/>
                    <a:ea typeface="Arial"/>
                    <a:cs typeface="Arial"/>
                    <a:sym typeface="Arial"/>
                  </a:rPr>
                  <a:t>L2</a:t>
                </a:r>
                <a:endParaRPr sz="891" dirty="0"/>
              </a:p>
            </p:txBody>
          </p:sp>
          <p:sp>
            <p:nvSpPr>
              <p:cNvPr id="293" name="Google Shape;218;p27">
                <a:extLst>
                  <a:ext uri="{FF2B5EF4-FFF2-40B4-BE49-F238E27FC236}">
                    <a16:creationId xmlns:a16="http://schemas.microsoft.com/office/drawing/2014/main" id="{3DF57449-A627-253C-B381-0136D83C5498}"/>
                  </a:ext>
                </a:extLst>
              </p:cNvPr>
              <p:cNvSpPr txBox="1"/>
              <p:nvPr/>
            </p:nvSpPr>
            <p:spPr>
              <a:xfrm>
                <a:off x="6000844" y="3416112"/>
                <a:ext cx="1293000" cy="471900"/>
              </a:xfrm>
              <a:prstGeom prst="rect">
                <a:avLst/>
              </a:prstGeom>
              <a:noFill/>
              <a:ln>
                <a:noFill/>
              </a:ln>
            </p:spPr>
            <p:txBody>
              <a:bodyPr spcFirstLastPara="1" wrap="square" lIns="64700" tIns="32350" rIns="64700" bIns="32350" anchor="t" anchorCtr="0">
                <a:spAutoFit/>
              </a:bodyPr>
              <a:lstStyle/>
              <a:p>
                <a:pPr marL="0" marR="0" lvl="0" indent="0" algn="ctr" rtl="0">
                  <a:spcBef>
                    <a:spcPts val="0"/>
                  </a:spcBef>
                  <a:spcAft>
                    <a:spcPts val="0"/>
                  </a:spcAft>
                  <a:buNone/>
                </a:pPr>
                <a:r>
                  <a:rPr lang="en" sz="1320" dirty="0">
                    <a:solidFill>
                      <a:schemeClr val="dk1"/>
                    </a:solidFill>
                    <a:latin typeface="Arial"/>
                    <a:ea typeface="Arial"/>
                    <a:cs typeface="Arial"/>
                    <a:sym typeface="Arial"/>
                  </a:rPr>
                  <a:t>Linear</a:t>
                </a:r>
                <a:br>
                  <a:rPr lang="en" sz="1320" dirty="0">
                    <a:solidFill>
                      <a:schemeClr val="dk1"/>
                    </a:solidFill>
                    <a:latin typeface="Arial"/>
                    <a:ea typeface="Arial"/>
                    <a:cs typeface="Arial"/>
                    <a:sym typeface="Arial"/>
                  </a:rPr>
                </a:br>
                <a:r>
                  <a:rPr lang="en" sz="1320" dirty="0">
                    <a:solidFill>
                      <a:schemeClr val="dk1"/>
                    </a:solidFill>
                    <a:latin typeface="Arial"/>
                    <a:ea typeface="Arial"/>
                    <a:cs typeface="Arial"/>
                    <a:sym typeface="Arial"/>
                  </a:rPr>
                  <a:t>interpolation</a:t>
                </a:r>
                <a:endParaRPr sz="1037" dirty="0"/>
              </a:p>
            </p:txBody>
          </p:sp>
          <p:sp>
            <p:nvSpPr>
              <p:cNvPr id="294" name="Google Shape;220;p27">
                <a:extLst>
                  <a:ext uri="{FF2B5EF4-FFF2-40B4-BE49-F238E27FC236}">
                    <a16:creationId xmlns:a16="http://schemas.microsoft.com/office/drawing/2014/main" id="{DBA8B204-5CE2-C7D5-F68B-C8654670EFC8}"/>
                  </a:ext>
                </a:extLst>
              </p:cNvPr>
              <p:cNvSpPr/>
              <p:nvPr/>
            </p:nvSpPr>
            <p:spPr>
              <a:xfrm>
                <a:off x="1460945" y="2788409"/>
                <a:ext cx="631500" cy="631500"/>
              </a:xfrm>
              <a:prstGeom prst="ellipse">
                <a:avLst/>
              </a:prstGeom>
              <a:solidFill>
                <a:schemeClr val="dk1"/>
              </a:solidFill>
              <a:ln w="15425" cap="flat" cmpd="sng">
                <a:solidFill>
                  <a:srgbClr val="082836"/>
                </a:solidFill>
                <a:prstDash val="solid"/>
                <a:miter lim="800000"/>
                <a:headEnd type="none" w="sm" len="sm"/>
                <a:tailEnd type="none" w="sm" len="sm"/>
              </a:ln>
            </p:spPr>
            <p:txBody>
              <a:bodyPr spcFirstLastPara="1" wrap="square" lIns="55550" tIns="27775" rIns="55550" bIns="27775" anchor="ctr" anchorCtr="0">
                <a:noAutofit/>
              </a:bodyPr>
              <a:lstStyle/>
              <a:p>
                <a:pPr marL="0" marR="0" lvl="0" indent="0" algn="ctr" rtl="0">
                  <a:spcBef>
                    <a:spcPts val="0"/>
                  </a:spcBef>
                  <a:spcAft>
                    <a:spcPts val="0"/>
                  </a:spcAft>
                  <a:buNone/>
                </a:pPr>
                <a:r>
                  <a:rPr lang="en" sz="1100" dirty="0">
                    <a:solidFill>
                      <a:schemeClr val="lt1"/>
                    </a:solidFill>
                    <a:latin typeface="Arial"/>
                    <a:ea typeface="Arial"/>
                    <a:cs typeface="Arial"/>
                    <a:sym typeface="Arial"/>
                  </a:rPr>
                  <a:t>L2</a:t>
                </a:r>
                <a:endParaRPr sz="1100" dirty="0">
                  <a:solidFill>
                    <a:schemeClr val="lt1"/>
                  </a:solidFill>
                </a:endParaRPr>
              </a:p>
            </p:txBody>
          </p:sp>
          <p:sp>
            <p:nvSpPr>
              <p:cNvPr id="295" name="Google Shape;215;p27">
                <a:extLst>
                  <a:ext uri="{FF2B5EF4-FFF2-40B4-BE49-F238E27FC236}">
                    <a16:creationId xmlns:a16="http://schemas.microsoft.com/office/drawing/2014/main" id="{3B210D47-CD62-F805-78CB-2C10AF111CD5}"/>
                  </a:ext>
                </a:extLst>
              </p:cNvPr>
              <p:cNvSpPr/>
              <p:nvPr/>
            </p:nvSpPr>
            <p:spPr>
              <a:xfrm>
                <a:off x="7925344" y="2765584"/>
                <a:ext cx="631500" cy="631500"/>
              </a:xfrm>
              <a:prstGeom prst="ellipse">
                <a:avLst/>
              </a:prstGeom>
              <a:noFill/>
              <a:ln w="15425" cap="flat" cmpd="sng">
                <a:solidFill>
                  <a:srgbClr val="082836"/>
                </a:solidFill>
                <a:prstDash val="dash"/>
                <a:miter lim="800000"/>
                <a:headEnd type="none" w="sm" len="sm"/>
                <a:tailEnd type="none" w="sm" len="sm"/>
              </a:ln>
            </p:spPr>
            <p:txBody>
              <a:bodyPr spcFirstLastPara="1" wrap="square" lIns="55550" tIns="27775" rIns="55550" bIns="27775" anchor="ctr" anchorCtr="0">
                <a:noAutofit/>
              </a:bodyPr>
              <a:lstStyle/>
              <a:p>
                <a:pPr marL="0" marR="0" lvl="0" indent="0" algn="ctr" rtl="0">
                  <a:spcBef>
                    <a:spcPts val="0"/>
                  </a:spcBef>
                  <a:spcAft>
                    <a:spcPts val="0"/>
                  </a:spcAft>
                  <a:buNone/>
                </a:pPr>
                <a:r>
                  <a:rPr lang="en" sz="1701" dirty="0">
                    <a:solidFill>
                      <a:schemeClr val="dk1"/>
                    </a:solidFill>
                    <a:latin typeface="Arial"/>
                    <a:ea typeface="Arial"/>
                    <a:cs typeface="Arial"/>
                    <a:sym typeface="Arial"/>
                  </a:rPr>
                  <a:t>L0</a:t>
                </a:r>
                <a:endParaRPr sz="891" dirty="0"/>
              </a:p>
            </p:txBody>
          </p:sp>
          <p:sp>
            <p:nvSpPr>
              <p:cNvPr id="296" name="Google Shape;218;p27">
                <a:extLst>
                  <a:ext uri="{FF2B5EF4-FFF2-40B4-BE49-F238E27FC236}">
                    <a16:creationId xmlns:a16="http://schemas.microsoft.com/office/drawing/2014/main" id="{93FED56A-B932-E14C-FEBF-5BABD39451BE}"/>
                  </a:ext>
                </a:extLst>
              </p:cNvPr>
              <p:cNvSpPr txBox="1"/>
              <p:nvPr/>
            </p:nvSpPr>
            <p:spPr>
              <a:xfrm>
                <a:off x="8314209" y="2394512"/>
                <a:ext cx="774306" cy="384522"/>
              </a:xfrm>
              <a:prstGeom prst="rect">
                <a:avLst/>
              </a:prstGeom>
              <a:noFill/>
              <a:ln>
                <a:noFill/>
              </a:ln>
            </p:spPr>
            <p:txBody>
              <a:bodyPr spcFirstLastPara="1" wrap="square" lIns="64700" tIns="32350" rIns="64700" bIns="32350" anchor="t" anchorCtr="0">
                <a:spAutoFit/>
              </a:bodyPr>
              <a:lstStyle/>
              <a:p>
                <a:pPr marL="0" marR="0" lvl="0" indent="0" algn="ctr" rtl="0">
                  <a:spcBef>
                    <a:spcPts val="0"/>
                  </a:spcBef>
                  <a:spcAft>
                    <a:spcPts val="0"/>
                  </a:spcAft>
                  <a:buNone/>
                </a:pPr>
                <a:r>
                  <a:rPr lang="en-US" sz="1037" dirty="0"/>
                  <a:t>Day before</a:t>
                </a:r>
                <a:br>
                  <a:rPr lang="en-US" sz="1037" dirty="0"/>
                </a:br>
                <a:r>
                  <a:rPr lang="en-US" sz="1037" dirty="0"/>
                  <a:t>yesterday</a:t>
                </a:r>
                <a:endParaRPr sz="1037" dirty="0"/>
              </a:p>
            </p:txBody>
          </p:sp>
          <p:cxnSp>
            <p:nvCxnSpPr>
              <p:cNvPr id="297" name="Straight Connector 296">
                <a:extLst>
                  <a:ext uri="{FF2B5EF4-FFF2-40B4-BE49-F238E27FC236}">
                    <a16:creationId xmlns:a16="http://schemas.microsoft.com/office/drawing/2014/main" id="{E4E176E7-9EF9-C1D2-58D5-B0C43F25853A}"/>
                  </a:ext>
                </a:extLst>
              </p:cNvPr>
              <p:cNvCxnSpPr>
                <a:cxnSpLocks/>
              </p:cNvCxnSpPr>
              <p:nvPr/>
            </p:nvCxnSpPr>
            <p:spPr>
              <a:xfrm>
                <a:off x="8701362" y="2765584"/>
                <a:ext cx="0" cy="631500"/>
              </a:xfrm>
              <a:prstGeom prst="line">
                <a:avLst/>
              </a:prstGeom>
              <a:ln w="38100"/>
            </p:spPr>
            <p:style>
              <a:lnRef idx="1">
                <a:schemeClr val="dk1"/>
              </a:lnRef>
              <a:fillRef idx="0">
                <a:schemeClr val="dk1"/>
              </a:fillRef>
              <a:effectRef idx="0">
                <a:schemeClr val="dk1"/>
              </a:effectRef>
              <a:fontRef idx="minor">
                <a:schemeClr val="tx1"/>
              </a:fontRef>
            </p:style>
          </p:cxnSp>
          <p:sp>
            <p:nvSpPr>
              <p:cNvPr id="298" name="Google Shape;210;p27">
                <a:extLst>
                  <a:ext uri="{FF2B5EF4-FFF2-40B4-BE49-F238E27FC236}">
                    <a16:creationId xmlns:a16="http://schemas.microsoft.com/office/drawing/2014/main" id="{7360C798-0D15-F245-D574-FFEEC786684E}"/>
                  </a:ext>
                </a:extLst>
              </p:cNvPr>
              <p:cNvSpPr/>
              <p:nvPr/>
            </p:nvSpPr>
            <p:spPr>
              <a:xfrm>
                <a:off x="8818792" y="2765584"/>
                <a:ext cx="631500" cy="631500"/>
              </a:xfrm>
              <a:prstGeom prst="ellipse">
                <a:avLst/>
              </a:prstGeom>
              <a:solidFill>
                <a:srgbClr val="92D050"/>
              </a:solidFill>
              <a:ln w="15425" cap="flat" cmpd="sng">
                <a:solidFill>
                  <a:srgbClr val="082836"/>
                </a:solidFill>
                <a:prstDash val="solid"/>
                <a:miter lim="800000"/>
                <a:headEnd type="none" w="sm" len="sm"/>
                <a:tailEnd type="none" w="sm" len="sm"/>
              </a:ln>
            </p:spPr>
            <p:txBody>
              <a:bodyPr spcFirstLastPara="1" wrap="square" lIns="55550" tIns="27775" rIns="55550" bIns="27775" anchor="ctr" anchorCtr="0">
                <a:noAutofit/>
              </a:bodyPr>
              <a:lstStyle/>
              <a:p>
                <a:pPr marL="0" marR="0" lvl="0" indent="0" algn="ctr" rtl="0">
                  <a:spcBef>
                    <a:spcPts val="0"/>
                  </a:spcBef>
                  <a:spcAft>
                    <a:spcPts val="0"/>
                  </a:spcAft>
                  <a:buNone/>
                </a:pPr>
                <a:r>
                  <a:rPr lang="en" sz="1134" dirty="0">
                    <a:solidFill>
                      <a:schemeClr val="lt1"/>
                    </a:solidFill>
                  </a:rPr>
                  <a:t>t-1</a:t>
                </a:r>
                <a:endParaRPr sz="1134" dirty="0">
                  <a:solidFill>
                    <a:schemeClr val="lt1"/>
                  </a:solidFill>
                  <a:latin typeface="Arial"/>
                  <a:ea typeface="Arial"/>
                  <a:cs typeface="Arial"/>
                  <a:sym typeface="Arial"/>
                </a:endParaRPr>
              </a:p>
            </p:txBody>
          </p:sp>
          <p:sp>
            <p:nvSpPr>
              <p:cNvPr id="299" name="Google Shape;218;p27">
                <a:extLst>
                  <a:ext uri="{FF2B5EF4-FFF2-40B4-BE49-F238E27FC236}">
                    <a16:creationId xmlns:a16="http://schemas.microsoft.com/office/drawing/2014/main" id="{18AB895A-75F5-4327-53DB-204D0A1A2918}"/>
                  </a:ext>
                </a:extLst>
              </p:cNvPr>
              <p:cNvSpPr txBox="1"/>
              <p:nvPr/>
            </p:nvSpPr>
            <p:spPr>
              <a:xfrm>
                <a:off x="9157725" y="2408689"/>
                <a:ext cx="774306" cy="224927"/>
              </a:xfrm>
              <a:prstGeom prst="rect">
                <a:avLst/>
              </a:prstGeom>
              <a:noFill/>
              <a:ln>
                <a:noFill/>
              </a:ln>
            </p:spPr>
            <p:txBody>
              <a:bodyPr spcFirstLastPara="1" wrap="square" lIns="64700" tIns="32350" rIns="64700" bIns="32350" anchor="t" anchorCtr="0">
                <a:spAutoFit/>
              </a:bodyPr>
              <a:lstStyle/>
              <a:p>
                <a:pPr marL="0" marR="0" lvl="0" indent="0" algn="ctr" rtl="0">
                  <a:spcBef>
                    <a:spcPts val="0"/>
                  </a:spcBef>
                  <a:spcAft>
                    <a:spcPts val="0"/>
                  </a:spcAft>
                  <a:buNone/>
                </a:pPr>
                <a:r>
                  <a:rPr lang="en-US" sz="1037" dirty="0"/>
                  <a:t>Yesterday</a:t>
                </a:r>
                <a:endParaRPr sz="1037" dirty="0"/>
              </a:p>
            </p:txBody>
          </p:sp>
          <p:cxnSp>
            <p:nvCxnSpPr>
              <p:cNvPr id="300" name="Straight Connector 299">
                <a:extLst>
                  <a:ext uri="{FF2B5EF4-FFF2-40B4-BE49-F238E27FC236}">
                    <a16:creationId xmlns:a16="http://schemas.microsoft.com/office/drawing/2014/main" id="{392036BE-71F0-007D-E257-DC8F2E31182E}"/>
                  </a:ext>
                </a:extLst>
              </p:cNvPr>
              <p:cNvCxnSpPr>
                <a:cxnSpLocks/>
              </p:cNvCxnSpPr>
              <p:nvPr/>
            </p:nvCxnSpPr>
            <p:spPr>
              <a:xfrm>
                <a:off x="9544878" y="2779761"/>
                <a:ext cx="0" cy="631500"/>
              </a:xfrm>
              <a:prstGeom prst="line">
                <a:avLst/>
              </a:prstGeom>
              <a:ln w="38100"/>
            </p:spPr>
            <p:style>
              <a:lnRef idx="1">
                <a:schemeClr val="dk1"/>
              </a:lnRef>
              <a:fillRef idx="0">
                <a:schemeClr val="dk1"/>
              </a:fillRef>
              <a:effectRef idx="0">
                <a:schemeClr val="dk1"/>
              </a:effectRef>
              <a:fontRef idx="minor">
                <a:schemeClr val="tx1"/>
              </a:fontRef>
            </p:style>
          </p:cxnSp>
          <p:sp>
            <p:nvSpPr>
              <p:cNvPr id="301" name="Google Shape;220;p27">
                <a:extLst>
                  <a:ext uri="{FF2B5EF4-FFF2-40B4-BE49-F238E27FC236}">
                    <a16:creationId xmlns:a16="http://schemas.microsoft.com/office/drawing/2014/main" id="{2232FEE1-5C11-B44E-8D8D-50FAB323DF26}"/>
                  </a:ext>
                </a:extLst>
              </p:cNvPr>
              <p:cNvSpPr/>
              <p:nvPr/>
            </p:nvSpPr>
            <p:spPr>
              <a:xfrm>
                <a:off x="2751028" y="2770688"/>
                <a:ext cx="631500" cy="631500"/>
              </a:xfrm>
              <a:prstGeom prst="ellipse">
                <a:avLst/>
              </a:prstGeom>
              <a:solidFill>
                <a:schemeClr val="dk1"/>
              </a:solidFill>
              <a:ln w="15425" cap="flat" cmpd="sng">
                <a:solidFill>
                  <a:srgbClr val="082836"/>
                </a:solidFill>
                <a:prstDash val="solid"/>
                <a:miter lim="800000"/>
                <a:headEnd type="none" w="sm" len="sm"/>
                <a:tailEnd type="none" w="sm" len="sm"/>
              </a:ln>
            </p:spPr>
            <p:txBody>
              <a:bodyPr spcFirstLastPara="1" wrap="square" lIns="55550" tIns="27775" rIns="55550" bIns="27775" anchor="ctr" anchorCtr="0">
                <a:noAutofit/>
              </a:bodyPr>
              <a:lstStyle/>
              <a:p>
                <a:pPr marL="0" marR="0" lvl="0" indent="0" algn="ctr" rtl="0">
                  <a:spcBef>
                    <a:spcPts val="0"/>
                  </a:spcBef>
                  <a:spcAft>
                    <a:spcPts val="0"/>
                  </a:spcAft>
                  <a:buNone/>
                </a:pPr>
                <a:r>
                  <a:rPr lang="en" sz="1100" dirty="0">
                    <a:solidFill>
                      <a:schemeClr val="lt1"/>
                    </a:solidFill>
                    <a:latin typeface="Arial"/>
                    <a:ea typeface="Arial"/>
                    <a:cs typeface="Arial"/>
                    <a:sym typeface="Arial"/>
                  </a:rPr>
                  <a:t>L2</a:t>
                </a:r>
                <a:endParaRPr sz="1100" dirty="0">
                  <a:solidFill>
                    <a:schemeClr val="lt1"/>
                  </a:solidFill>
                </a:endParaRPr>
              </a:p>
            </p:txBody>
          </p:sp>
          <p:sp>
            <p:nvSpPr>
              <p:cNvPr id="302" name="Google Shape;210;p27">
                <a:extLst>
                  <a:ext uri="{FF2B5EF4-FFF2-40B4-BE49-F238E27FC236}">
                    <a16:creationId xmlns:a16="http://schemas.microsoft.com/office/drawing/2014/main" id="{E9A5CFD1-01E8-1BA3-D03D-2A21BE00B34F}"/>
                  </a:ext>
                </a:extLst>
              </p:cNvPr>
              <p:cNvSpPr/>
              <p:nvPr/>
            </p:nvSpPr>
            <p:spPr>
              <a:xfrm>
                <a:off x="9616234" y="2765584"/>
                <a:ext cx="631500" cy="631500"/>
              </a:xfrm>
              <a:prstGeom prst="ellipse">
                <a:avLst/>
              </a:prstGeom>
              <a:solidFill>
                <a:srgbClr val="92D050"/>
              </a:solidFill>
              <a:ln w="15425" cap="flat" cmpd="sng">
                <a:solidFill>
                  <a:srgbClr val="082836"/>
                </a:solidFill>
                <a:prstDash val="solid"/>
                <a:miter lim="800000"/>
                <a:headEnd type="none" w="sm" len="sm"/>
                <a:tailEnd type="none" w="sm" len="sm"/>
              </a:ln>
            </p:spPr>
            <p:txBody>
              <a:bodyPr spcFirstLastPara="1" wrap="square" lIns="55550" tIns="27775" rIns="55550" bIns="27775" anchor="ctr" anchorCtr="0">
                <a:noAutofit/>
              </a:bodyPr>
              <a:lstStyle/>
              <a:p>
                <a:pPr marL="0" marR="0" lvl="0" indent="0" algn="ctr" rtl="0">
                  <a:spcBef>
                    <a:spcPts val="0"/>
                  </a:spcBef>
                  <a:spcAft>
                    <a:spcPts val="0"/>
                  </a:spcAft>
                  <a:buNone/>
                </a:pPr>
                <a:r>
                  <a:rPr lang="en" sz="1134" dirty="0">
                    <a:solidFill>
                      <a:schemeClr val="lt1"/>
                    </a:solidFill>
                  </a:rPr>
                  <a:t>t0</a:t>
                </a:r>
                <a:endParaRPr sz="1134" dirty="0">
                  <a:solidFill>
                    <a:schemeClr val="lt1"/>
                  </a:solidFill>
                  <a:latin typeface="Arial"/>
                  <a:ea typeface="Arial"/>
                  <a:cs typeface="Arial"/>
                  <a:sym typeface="Arial"/>
                </a:endParaRPr>
              </a:p>
            </p:txBody>
          </p:sp>
          <p:sp>
            <p:nvSpPr>
              <p:cNvPr id="303" name="Google Shape;218;p27">
                <a:extLst>
                  <a:ext uri="{FF2B5EF4-FFF2-40B4-BE49-F238E27FC236}">
                    <a16:creationId xmlns:a16="http://schemas.microsoft.com/office/drawing/2014/main" id="{9EFE9E63-5133-F877-109D-B7DC9DCD861D}"/>
                  </a:ext>
                </a:extLst>
              </p:cNvPr>
              <p:cNvSpPr txBox="1"/>
              <p:nvPr/>
            </p:nvSpPr>
            <p:spPr>
              <a:xfrm>
                <a:off x="9944534" y="2408689"/>
                <a:ext cx="774306" cy="224927"/>
              </a:xfrm>
              <a:prstGeom prst="rect">
                <a:avLst/>
              </a:prstGeom>
              <a:noFill/>
              <a:ln>
                <a:noFill/>
              </a:ln>
            </p:spPr>
            <p:txBody>
              <a:bodyPr spcFirstLastPara="1" wrap="square" lIns="64700" tIns="32350" rIns="64700" bIns="32350" anchor="t" anchorCtr="0">
                <a:spAutoFit/>
              </a:bodyPr>
              <a:lstStyle/>
              <a:p>
                <a:pPr marL="0" marR="0" lvl="0" indent="0" algn="ctr" rtl="0">
                  <a:spcBef>
                    <a:spcPts val="0"/>
                  </a:spcBef>
                  <a:spcAft>
                    <a:spcPts val="0"/>
                  </a:spcAft>
                  <a:buNone/>
                </a:pPr>
                <a:r>
                  <a:rPr lang="en-US" sz="1037" dirty="0"/>
                  <a:t>Today</a:t>
                </a:r>
                <a:endParaRPr sz="1037" dirty="0"/>
              </a:p>
            </p:txBody>
          </p:sp>
          <p:cxnSp>
            <p:nvCxnSpPr>
              <p:cNvPr id="304" name="Straight Connector 303">
                <a:extLst>
                  <a:ext uri="{FF2B5EF4-FFF2-40B4-BE49-F238E27FC236}">
                    <a16:creationId xmlns:a16="http://schemas.microsoft.com/office/drawing/2014/main" id="{4AA1E1DA-09D2-FE8F-0293-4A4DF153527E}"/>
                  </a:ext>
                </a:extLst>
              </p:cNvPr>
              <p:cNvCxnSpPr>
                <a:cxnSpLocks/>
              </p:cNvCxnSpPr>
              <p:nvPr/>
            </p:nvCxnSpPr>
            <p:spPr>
              <a:xfrm>
                <a:off x="10331687" y="2779761"/>
                <a:ext cx="0" cy="631500"/>
              </a:xfrm>
              <a:prstGeom prst="line">
                <a:avLst/>
              </a:prstGeom>
              <a:ln w="38100"/>
            </p:spPr>
            <p:style>
              <a:lnRef idx="1">
                <a:schemeClr val="dk1"/>
              </a:lnRef>
              <a:fillRef idx="0">
                <a:schemeClr val="dk1"/>
              </a:fillRef>
              <a:effectRef idx="0">
                <a:schemeClr val="dk1"/>
              </a:effectRef>
              <a:fontRef idx="minor">
                <a:schemeClr val="tx1"/>
              </a:fontRef>
            </p:style>
          </p:cxnSp>
          <p:sp>
            <p:nvSpPr>
              <p:cNvPr id="306" name="Google Shape;218;p27">
                <a:extLst>
                  <a:ext uri="{FF2B5EF4-FFF2-40B4-BE49-F238E27FC236}">
                    <a16:creationId xmlns:a16="http://schemas.microsoft.com/office/drawing/2014/main" id="{A148221C-F65F-6ED9-0A9E-F731F4ADAC13}"/>
                  </a:ext>
                </a:extLst>
              </p:cNvPr>
              <p:cNvSpPr txBox="1"/>
              <p:nvPr/>
            </p:nvSpPr>
            <p:spPr>
              <a:xfrm>
                <a:off x="4405961" y="3416112"/>
                <a:ext cx="1293000" cy="471900"/>
              </a:xfrm>
              <a:prstGeom prst="rect">
                <a:avLst/>
              </a:prstGeom>
              <a:noFill/>
              <a:ln>
                <a:noFill/>
              </a:ln>
            </p:spPr>
            <p:txBody>
              <a:bodyPr spcFirstLastPara="1" wrap="square" lIns="64700" tIns="32350" rIns="64700" bIns="32350" anchor="t" anchorCtr="0">
                <a:spAutoFit/>
              </a:bodyPr>
              <a:lstStyle/>
              <a:p>
                <a:pPr marL="0" marR="0" lvl="0" indent="0" algn="ctr" rtl="0">
                  <a:spcBef>
                    <a:spcPts val="0"/>
                  </a:spcBef>
                  <a:spcAft>
                    <a:spcPts val="0"/>
                  </a:spcAft>
                  <a:buNone/>
                </a:pPr>
                <a:r>
                  <a:rPr lang="en" sz="1320" dirty="0">
                    <a:solidFill>
                      <a:schemeClr val="dk1"/>
                    </a:solidFill>
                    <a:latin typeface="Arial"/>
                    <a:ea typeface="Arial"/>
                    <a:cs typeface="Arial"/>
                    <a:sym typeface="Arial"/>
                  </a:rPr>
                  <a:t>Linear</a:t>
                </a:r>
                <a:br>
                  <a:rPr lang="en" sz="1320" dirty="0">
                    <a:solidFill>
                      <a:schemeClr val="dk1"/>
                    </a:solidFill>
                    <a:latin typeface="Arial"/>
                    <a:ea typeface="Arial"/>
                    <a:cs typeface="Arial"/>
                    <a:sym typeface="Arial"/>
                  </a:rPr>
                </a:br>
                <a:r>
                  <a:rPr lang="en" sz="1320" dirty="0">
                    <a:solidFill>
                      <a:schemeClr val="dk1"/>
                    </a:solidFill>
                    <a:latin typeface="Arial"/>
                    <a:ea typeface="Arial"/>
                    <a:cs typeface="Arial"/>
                    <a:sym typeface="Arial"/>
                  </a:rPr>
                  <a:t>interpolation</a:t>
                </a:r>
                <a:endParaRPr sz="1037" dirty="0"/>
              </a:p>
            </p:txBody>
          </p:sp>
        </p:grpSp>
        <p:sp>
          <p:nvSpPr>
            <p:cNvPr id="317" name="Google Shape;218;p27">
              <a:extLst>
                <a:ext uri="{FF2B5EF4-FFF2-40B4-BE49-F238E27FC236}">
                  <a16:creationId xmlns:a16="http://schemas.microsoft.com/office/drawing/2014/main" id="{EBF01739-ECC5-30A8-0C63-CE3E34C317B2}"/>
                </a:ext>
              </a:extLst>
            </p:cNvPr>
            <p:cNvSpPr txBox="1"/>
            <p:nvPr/>
          </p:nvSpPr>
          <p:spPr>
            <a:xfrm>
              <a:off x="4999383" y="8620840"/>
              <a:ext cx="1316750" cy="224927"/>
            </a:xfrm>
            <a:prstGeom prst="rect">
              <a:avLst/>
            </a:prstGeom>
            <a:noFill/>
            <a:ln>
              <a:noFill/>
            </a:ln>
          </p:spPr>
          <p:txBody>
            <a:bodyPr spcFirstLastPara="1" wrap="square" lIns="64700" tIns="32350" rIns="64700" bIns="32350" anchor="t" anchorCtr="0">
              <a:spAutoFit/>
            </a:bodyPr>
            <a:lstStyle/>
            <a:p>
              <a:pPr marL="0" marR="0" lvl="0" indent="0" algn="ctr" rtl="0">
                <a:spcBef>
                  <a:spcPts val="0"/>
                </a:spcBef>
                <a:spcAft>
                  <a:spcPts val="0"/>
                </a:spcAft>
                <a:buNone/>
              </a:pPr>
              <a:r>
                <a:rPr lang="en-US" sz="1037" dirty="0"/>
                <a:t>Center observation</a:t>
              </a:r>
              <a:endParaRPr sz="1037" dirty="0"/>
            </a:p>
          </p:txBody>
        </p:sp>
        <p:cxnSp>
          <p:nvCxnSpPr>
            <p:cNvPr id="318" name="Straight Connector 317">
              <a:extLst>
                <a:ext uri="{FF2B5EF4-FFF2-40B4-BE49-F238E27FC236}">
                  <a16:creationId xmlns:a16="http://schemas.microsoft.com/office/drawing/2014/main" id="{B8E468A4-122E-0D0E-DE75-52C1CF37A819}"/>
                </a:ext>
              </a:extLst>
            </p:cNvPr>
            <p:cNvCxnSpPr>
              <a:cxnSpLocks/>
            </p:cNvCxnSpPr>
            <p:nvPr/>
          </p:nvCxnSpPr>
          <p:spPr>
            <a:xfrm>
              <a:off x="5657758" y="8907245"/>
              <a:ext cx="0" cy="253689"/>
            </a:xfrm>
            <a:prstGeom prst="line">
              <a:avLst/>
            </a:prstGeom>
            <a:ln w="38100"/>
          </p:spPr>
          <p:style>
            <a:lnRef idx="1">
              <a:schemeClr val="dk1"/>
            </a:lnRef>
            <a:fillRef idx="0">
              <a:schemeClr val="dk1"/>
            </a:fillRef>
            <a:effectRef idx="0">
              <a:schemeClr val="dk1"/>
            </a:effectRef>
            <a:fontRef idx="minor">
              <a:schemeClr val="tx1"/>
            </a:fontRef>
          </p:style>
        </p:cxnSp>
      </p:grpSp>
      <p:sp>
        <p:nvSpPr>
          <p:cNvPr id="4" name="TextBox 3">
            <a:extLst>
              <a:ext uri="{FF2B5EF4-FFF2-40B4-BE49-F238E27FC236}">
                <a16:creationId xmlns:a16="http://schemas.microsoft.com/office/drawing/2014/main" id="{BB62A5BF-3D88-A746-055C-C8BFC0D515FC}"/>
              </a:ext>
            </a:extLst>
          </p:cNvPr>
          <p:cNvSpPr txBox="1"/>
          <p:nvPr/>
        </p:nvSpPr>
        <p:spPr>
          <a:xfrm>
            <a:off x="-1064715" y="-2342147"/>
            <a:ext cx="912429" cy="307777"/>
          </a:xfrm>
          <a:prstGeom prst="rect">
            <a:avLst/>
          </a:prstGeom>
          <a:noFill/>
        </p:spPr>
        <p:txBody>
          <a:bodyPr wrap="none" rtlCol="0">
            <a:spAutoFit/>
          </a:bodyPr>
          <a:lstStyle/>
          <a:p>
            <a:r>
              <a:rPr lang="en-CH" dirty="0"/>
              <a:t>How it is: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01">
          <a:extLst>
            <a:ext uri="{FF2B5EF4-FFF2-40B4-BE49-F238E27FC236}">
              <a16:creationId xmlns:a16="http://schemas.microsoft.com/office/drawing/2014/main" id="{4ADFF9BC-7E95-687A-763B-1FE179243211}"/>
            </a:ext>
          </a:extLst>
        </p:cNvPr>
        <p:cNvGrpSpPr/>
        <p:nvPr/>
      </p:nvGrpSpPr>
      <p:grpSpPr>
        <a:xfrm>
          <a:off x="0" y="0"/>
          <a:ext cx="0" cy="0"/>
          <a:chOff x="0" y="0"/>
          <a:chExt cx="0" cy="0"/>
        </a:xfrm>
      </p:grpSpPr>
      <p:grpSp>
        <p:nvGrpSpPr>
          <p:cNvPr id="28" name="Group 27">
            <a:extLst>
              <a:ext uri="{FF2B5EF4-FFF2-40B4-BE49-F238E27FC236}">
                <a16:creationId xmlns:a16="http://schemas.microsoft.com/office/drawing/2014/main" id="{0E0E6C72-C92D-558B-4D9C-42CE3FA06932}"/>
              </a:ext>
            </a:extLst>
          </p:cNvPr>
          <p:cNvGrpSpPr/>
          <p:nvPr/>
        </p:nvGrpSpPr>
        <p:grpSpPr>
          <a:xfrm>
            <a:off x="2019743" y="4352653"/>
            <a:ext cx="1598260" cy="485905"/>
            <a:chOff x="213665" y="4364073"/>
            <a:chExt cx="1598260" cy="485905"/>
          </a:xfrm>
        </p:grpSpPr>
        <p:sp>
          <p:nvSpPr>
            <p:cNvPr id="216" name="Google Shape;216;p27">
              <a:extLst>
                <a:ext uri="{FF2B5EF4-FFF2-40B4-BE49-F238E27FC236}">
                  <a16:creationId xmlns:a16="http://schemas.microsoft.com/office/drawing/2014/main" id="{F1FEB2F7-0B9F-FC7C-6C02-C7E8952FBB30}"/>
                </a:ext>
              </a:extLst>
            </p:cNvPr>
            <p:cNvSpPr txBox="1"/>
            <p:nvPr/>
          </p:nvSpPr>
          <p:spPr>
            <a:xfrm>
              <a:off x="671165" y="4364073"/>
              <a:ext cx="1140760" cy="471597"/>
            </a:xfrm>
            <a:prstGeom prst="rect">
              <a:avLst/>
            </a:prstGeom>
            <a:noFill/>
            <a:ln>
              <a:noFill/>
            </a:ln>
          </p:spPr>
          <p:txBody>
            <a:bodyPr spcFirstLastPara="1" wrap="square" lIns="64700" tIns="32350" rIns="64700" bIns="32350" anchor="t" anchorCtr="0">
              <a:spAutoFit/>
            </a:bodyPr>
            <a:lstStyle/>
            <a:p>
              <a:pPr marL="0" marR="0" lvl="0" indent="0" algn="l" rtl="0">
                <a:spcBef>
                  <a:spcPts val="0"/>
                </a:spcBef>
                <a:spcAft>
                  <a:spcPts val="0"/>
                </a:spcAft>
                <a:buNone/>
              </a:pPr>
              <a:r>
                <a:rPr lang="en" sz="1320" dirty="0">
                  <a:solidFill>
                    <a:schemeClr val="dk1"/>
                  </a:solidFill>
                  <a:latin typeface="Arial"/>
                  <a:ea typeface="Arial"/>
                  <a:cs typeface="Arial"/>
                  <a:sym typeface="Arial"/>
                </a:rPr>
                <a:t>Smoothed </a:t>
              </a:r>
            </a:p>
            <a:p>
              <a:pPr marL="0" marR="0" lvl="0" indent="0" algn="l" rtl="0">
                <a:spcBef>
                  <a:spcPts val="0"/>
                </a:spcBef>
                <a:spcAft>
                  <a:spcPts val="0"/>
                </a:spcAft>
                <a:buNone/>
              </a:pPr>
              <a:r>
                <a:rPr lang="en" sz="1320" dirty="0">
                  <a:solidFill>
                    <a:schemeClr val="dk1"/>
                  </a:solidFill>
                  <a:latin typeface="Arial"/>
                  <a:ea typeface="Arial"/>
                  <a:cs typeface="Arial"/>
                  <a:sym typeface="Arial"/>
                </a:rPr>
                <a:t>observations</a:t>
              </a:r>
            </a:p>
          </p:txBody>
        </p:sp>
        <p:sp>
          <p:nvSpPr>
            <p:cNvPr id="219" name="Google Shape;219;p27">
              <a:extLst>
                <a:ext uri="{FF2B5EF4-FFF2-40B4-BE49-F238E27FC236}">
                  <a16:creationId xmlns:a16="http://schemas.microsoft.com/office/drawing/2014/main" id="{94D1D7C7-3E58-2C6C-AAEF-FCC30E948217}"/>
                </a:ext>
              </a:extLst>
            </p:cNvPr>
            <p:cNvSpPr/>
            <p:nvPr/>
          </p:nvSpPr>
          <p:spPr>
            <a:xfrm>
              <a:off x="213665" y="4392478"/>
              <a:ext cx="457500" cy="457500"/>
            </a:xfrm>
            <a:prstGeom prst="ellipse">
              <a:avLst/>
            </a:prstGeom>
            <a:solidFill>
              <a:schemeClr val="accent1"/>
            </a:solidFill>
            <a:ln w="17975" cap="flat" cmpd="sng">
              <a:solidFill>
                <a:srgbClr val="082836"/>
              </a:solidFill>
              <a:prstDash val="solid"/>
              <a:miter lim="800000"/>
              <a:headEnd type="none" w="sm" len="sm"/>
              <a:tailEnd type="none" w="sm" len="sm"/>
            </a:ln>
          </p:spPr>
          <p:txBody>
            <a:bodyPr spcFirstLastPara="1" wrap="square" lIns="64700" tIns="32350" rIns="64700" bIns="32350" anchor="ctr" anchorCtr="0">
              <a:noAutofit/>
            </a:bodyPr>
            <a:lstStyle/>
            <a:p>
              <a:pPr marL="0" marR="0" lvl="0" indent="0" algn="ctr" rtl="0">
                <a:spcBef>
                  <a:spcPts val="0"/>
                </a:spcBef>
                <a:spcAft>
                  <a:spcPts val="0"/>
                </a:spcAft>
                <a:buNone/>
              </a:pPr>
              <a:endParaRPr sz="1320">
                <a:solidFill>
                  <a:schemeClr val="lt1"/>
                </a:solidFill>
                <a:latin typeface="Arial"/>
                <a:ea typeface="Arial"/>
                <a:cs typeface="Arial"/>
                <a:sym typeface="Arial"/>
              </a:endParaRPr>
            </a:p>
          </p:txBody>
        </p:sp>
      </p:grpSp>
      <p:grpSp>
        <p:nvGrpSpPr>
          <p:cNvPr id="29" name="Group 28">
            <a:extLst>
              <a:ext uri="{FF2B5EF4-FFF2-40B4-BE49-F238E27FC236}">
                <a16:creationId xmlns:a16="http://schemas.microsoft.com/office/drawing/2014/main" id="{0F6C2F95-0A96-4CE4-C199-C46BA7753D7D}"/>
              </a:ext>
            </a:extLst>
          </p:cNvPr>
          <p:cNvGrpSpPr/>
          <p:nvPr/>
        </p:nvGrpSpPr>
        <p:grpSpPr>
          <a:xfrm>
            <a:off x="3712738" y="4356304"/>
            <a:ext cx="1555790" cy="471597"/>
            <a:chOff x="1917460" y="4348343"/>
            <a:chExt cx="1555790" cy="471597"/>
          </a:xfrm>
        </p:grpSpPr>
        <p:sp>
          <p:nvSpPr>
            <p:cNvPr id="221" name="Google Shape;221;p27">
              <a:extLst>
                <a:ext uri="{FF2B5EF4-FFF2-40B4-BE49-F238E27FC236}">
                  <a16:creationId xmlns:a16="http://schemas.microsoft.com/office/drawing/2014/main" id="{05493052-00D3-04F6-8160-31D176CD9034}"/>
                </a:ext>
              </a:extLst>
            </p:cNvPr>
            <p:cNvSpPr txBox="1"/>
            <p:nvPr/>
          </p:nvSpPr>
          <p:spPr>
            <a:xfrm>
              <a:off x="2386575" y="4348343"/>
              <a:ext cx="1086675" cy="471597"/>
            </a:xfrm>
            <a:prstGeom prst="rect">
              <a:avLst/>
            </a:prstGeom>
            <a:noFill/>
            <a:ln>
              <a:noFill/>
            </a:ln>
          </p:spPr>
          <p:txBody>
            <a:bodyPr spcFirstLastPara="1" wrap="square" lIns="64700" tIns="32350" rIns="64700" bIns="32350" anchor="t" anchorCtr="0">
              <a:spAutoFit/>
            </a:bodyPr>
            <a:lstStyle/>
            <a:p>
              <a:pPr marL="0" marR="0" lvl="0" indent="0" algn="l" rtl="0">
                <a:spcBef>
                  <a:spcPts val="0"/>
                </a:spcBef>
                <a:spcAft>
                  <a:spcPts val="0"/>
                </a:spcAft>
                <a:buNone/>
              </a:pPr>
              <a:r>
                <a:rPr lang="en" sz="1320" dirty="0">
                  <a:solidFill>
                    <a:schemeClr val="dk1"/>
                  </a:solidFill>
                </a:rPr>
                <a:t>Previously</a:t>
              </a:r>
              <a:br>
                <a:rPr lang="en" sz="1320" dirty="0">
                  <a:solidFill>
                    <a:schemeClr val="dk1"/>
                  </a:solidFill>
                </a:rPr>
              </a:br>
              <a:r>
                <a:rPr lang="en" sz="1320" dirty="0">
                  <a:solidFill>
                    <a:schemeClr val="dk1"/>
                  </a:solidFill>
                </a:rPr>
                <a:t>interpolated</a:t>
              </a:r>
              <a:endParaRPr sz="1037" dirty="0"/>
            </a:p>
          </p:txBody>
        </p:sp>
        <p:sp>
          <p:nvSpPr>
            <p:cNvPr id="222" name="Google Shape;222;p27">
              <a:extLst>
                <a:ext uri="{FF2B5EF4-FFF2-40B4-BE49-F238E27FC236}">
                  <a16:creationId xmlns:a16="http://schemas.microsoft.com/office/drawing/2014/main" id="{9AE9F8D8-7D38-D037-DC91-C5CD832B2A18}"/>
                </a:ext>
              </a:extLst>
            </p:cNvPr>
            <p:cNvSpPr/>
            <p:nvPr/>
          </p:nvSpPr>
          <p:spPr>
            <a:xfrm>
              <a:off x="1917460" y="4355560"/>
              <a:ext cx="457500" cy="457500"/>
            </a:xfrm>
            <a:prstGeom prst="ellipse">
              <a:avLst/>
            </a:prstGeom>
            <a:solidFill>
              <a:schemeClr val="dk1"/>
            </a:solidFill>
            <a:ln w="17975" cap="flat" cmpd="sng">
              <a:solidFill>
                <a:srgbClr val="082836"/>
              </a:solidFill>
              <a:prstDash val="solid"/>
              <a:miter lim="800000"/>
              <a:headEnd type="none" w="sm" len="sm"/>
              <a:tailEnd type="none" w="sm" len="sm"/>
            </a:ln>
          </p:spPr>
          <p:txBody>
            <a:bodyPr spcFirstLastPara="1" wrap="square" lIns="64700" tIns="32350" rIns="64700" bIns="32350" anchor="ctr" anchorCtr="0">
              <a:noAutofit/>
            </a:bodyPr>
            <a:lstStyle/>
            <a:p>
              <a:pPr marL="0" marR="0" lvl="0" indent="0" algn="ctr" rtl="0">
                <a:spcBef>
                  <a:spcPts val="0"/>
                </a:spcBef>
                <a:spcAft>
                  <a:spcPts val="0"/>
                </a:spcAft>
                <a:buNone/>
              </a:pPr>
              <a:endParaRPr sz="1320">
                <a:solidFill>
                  <a:schemeClr val="lt1"/>
                </a:solidFill>
                <a:latin typeface="Arial"/>
                <a:ea typeface="Arial"/>
                <a:cs typeface="Arial"/>
                <a:sym typeface="Arial"/>
              </a:endParaRPr>
            </a:p>
          </p:txBody>
        </p:sp>
      </p:grpSp>
      <p:grpSp>
        <p:nvGrpSpPr>
          <p:cNvPr id="26" name="Group 25">
            <a:extLst>
              <a:ext uri="{FF2B5EF4-FFF2-40B4-BE49-F238E27FC236}">
                <a16:creationId xmlns:a16="http://schemas.microsoft.com/office/drawing/2014/main" id="{46C65147-1B0B-FF26-8203-610B55910D97}"/>
              </a:ext>
            </a:extLst>
          </p:cNvPr>
          <p:cNvGrpSpPr/>
          <p:nvPr/>
        </p:nvGrpSpPr>
        <p:grpSpPr>
          <a:xfrm>
            <a:off x="-467401" y="2755842"/>
            <a:ext cx="9507001" cy="1472053"/>
            <a:chOff x="-467401" y="2415959"/>
            <a:chExt cx="9507001" cy="1472053"/>
          </a:xfrm>
        </p:grpSpPr>
        <p:sp>
          <p:nvSpPr>
            <p:cNvPr id="204" name="Google Shape;204;p27">
              <a:extLst>
                <a:ext uri="{FF2B5EF4-FFF2-40B4-BE49-F238E27FC236}">
                  <a16:creationId xmlns:a16="http://schemas.microsoft.com/office/drawing/2014/main" id="{E5D50185-8C19-EEEB-BFAE-0B8C15661C4B}"/>
                </a:ext>
              </a:extLst>
            </p:cNvPr>
            <p:cNvSpPr/>
            <p:nvPr/>
          </p:nvSpPr>
          <p:spPr>
            <a:xfrm>
              <a:off x="172800" y="2415959"/>
              <a:ext cx="8866800" cy="1472053"/>
            </a:xfrm>
            <a:prstGeom prst="rect">
              <a:avLst/>
            </a:prstGeom>
            <a:solidFill>
              <a:srgbClr val="BEF2C7">
                <a:alpha val="31760"/>
              </a:srgbClr>
            </a:solidFill>
            <a:ln w="17975" cap="flat" cmpd="sng">
              <a:solidFill>
                <a:srgbClr val="082836"/>
              </a:solidFill>
              <a:prstDash val="solid"/>
              <a:miter lim="800000"/>
              <a:headEnd type="none" w="sm" len="sm"/>
              <a:tailEnd type="none" w="sm" len="sm"/>
            </a:ln>
          </p:spPr>
          <p:txBody>
            <a:bodyPr spcFirstLastPara="1" wrap="square" lIns="64700" tIns="32350" rIns="64700" bIns="32350" anchor="t" anchorCtr="0">
              <a:noAutofit/>
            </a:bodyPr>
            <a:lstStyle/>
            <a:p>
              <a:pPr marL="0" marR="0" lvl="0" indent="0" algn="l" rtl="0">
                <a:spcBef>
                  <a:spcPts val="0"/>
                </a:spcBef>
                <a:spcAft>
                  <a:spcPts val="0"/>
                </a:spcAft>
                <a:buNone/>
              </a:pPr>
              <a:r>
                <a:rPr lang="en" sz="1320" b="0" i="0" u="none" strike="noStrike" cap="none" dirty="0">
                  <a:solidFill>
                    <a:schemeClr val="dk1"/>
                  </a:solidFill>
                  <a:latin typeface="Arial"/>
                  <a:ea typeface="Arial"/>
                  <a:cs typeface="Arial"/>
                  <a:sym typeface="Arial"/>
                </a:rPr>
                <a:t>7-observation moving window:</a:t>
              </a:r>
              <a:endParaRPr sz="1037" dirty="0"/>
            </a:p>
          </p:txBody>
        </p:sp>
        <p:sp>
          <p:nvSpPr>
            <p:cNvPr id="205" name="Google Shape;205;p27">
              <a:extLst>
                <a:ext uri="{FF2B5EF4-FFF2-40B4-BE49-F238E27FC236}">
                  <a16:creationId xmlns:a16="http://schemas.microsoft.com/office/drawing/2014/main" id="{118D4EF9-55E1-5686-5063-FFCCDC933C8D}"/>
                </a:ext>
              </a:extLst>
            </p:cNvPr>
            <p:cNvSpPr/>
            <p:nvPr/>
          </p:nvSpPr>
          <p:spPr>
            <a:xfrm>
              <a:off x="821909" y="2775070"/>
              <a:ext cx="631500" cy="631500"/>
            </a:xfrm>
            <a:prstGeom prst="ellipse">
              <a:avLst/>
            </a:prstGeom>
            <a:solidFill>
              <a:schemeClr val="accent1"/>
            </a:solidFill>
            <a:ln w="15425" cap="flat" cmpd="sng">
              <a:solidFill>
                <a:srgbClr val="082836"/>
              </a:solidFill>
              <a:prstDash val="solid"/>
              <a:miter lim="800000"/>
              <a:headEnd type="none" w="sm" len="sm"/>
              <a:tailEnd type="none" w="sm" len="sm"/>
            </a:ln>
          </p:spPr>
          <p:txBody>
            <a:bodyPr spcFirstLastPara="1" wrap="square" lIns="55550" tIns="27775" rIns="55550" bIns="27775" anchor="ctr" anchorCtr="0">
              <a:noAutofit/>
            </a:bodyPr>
            <a:lstStyle/>
            <a:p>
              <a:pPr algn="ctr"/>
              <a:r>
                <a:rPr lang="en" sz="1134" dirty="0">
                  <a:solidFill>
                    <a:schemeClr val="lt1"/>
                  </a:solidFill>
                </a:rPr>
                <a:t>t-5</a:t>
              </a:r>
              <a:br>
                <a:rPr lang="en-GB" sz="1134" dirty="0">
                  <a:solidFill>
                    <a:schemeClr val="lt1"/>
                  </a:solidFill>
                </a:rPr>
              </a:br>
              <a:r>
                <a:rPr lang="en-GB" sz="1134" dirty="0">
                  <a:solidFill>
                    <a:schemeClr val="lt1"/>
                  </a:solidFill>
                </a:rPr>
                <a:t>(L1)</a:t>
              </a:r>
            </a:p>
          </p:txBody>
        </p:sp>
        <p:sp>
          <p:nvSpPr>
            <p:cNvPr id="206" name="Google Shape;206;p27">
              <a:extLst>
                <a:ext uri="{FF2B5EF4-FFF2-40B4-BE49-F238E27FC236}">
                  <a16:creationId xmlns:a16="http://schemas.microsoft.com/office/drawing/2014/main" id="{D0900BE4-7E0B-9771-345B-BADAA8DFD8B8}"/>
                </a:ext>
              </a:extLst>
            </p:cNvPr>
            <p:cNvSpPr/>
            <p:nvPr/>
          </p:nvSpPr>
          <p:spPr>
            <a:xfrm>
              <a:off x="2100002" y="2775098"/>
              <a:ext cx="631500" cy="631500"/>
            </a:xfrm>
            <a:prstGeom prst="ellipse">
              <a:avLst/>
            </a:prstGeom>
            <a:solidFill>
              <a:schemeClr val="accent1"/>
            </a:solidFill>
            <a:ln w="15425" cap="flat" cmpd="sng">
              <a:solidFill>
                <a:srgbClr val="082836"/>
              </a:solidFill>
              <a:prstDash val="solid"/>
              <a:miter lim="800000"/>
              <a:headEnd type="none" w="sm" len="sm"/>
              <a:tailEnd type="none" w="sm" len="sm"/>
            </a:ln>
          </p:spPr>
          <p:txBody>
            <a:bodyPr spcFirstLastPara="1" wrap="square" lIns="55550" tIns="27775" rIns="55550" bIns="27775" anchor="ctr" anchorCtr="0">
              <a:noAutofit/>
            </a:bodyPr>
            <a:lstStyle/>
            <a:p>
              <a:pPr algn="ctr"/>
              <a:r>
                <a:rPr lang="en" sz="1134" dirty="0">
                  <a:solidFill>
                    <a:schemeClr val="lt1"/>
                  </a:solidFill>
                </a:rPr>
                <a:t>t-4</a:t>
              </a:r>
              <a:br>
                <a:rPr lang="en-GB" sz="1134" dirty="0">
                  <a:solidFill>
                    <a:schemeClr val="lt1"/>
                  </a:solidFill>
                </a:rPr>
              </a:br>
              <a:r>
                <a:rPr lang="en-GB" sz="1134" dirty="0">
                  <a:solidFill>
                    <a:schemeClr val="lt1"/>
                  </a:solidFill>
                </a:rPr>
                <a:t>(L1)</a:t>
              </a:r>
            </a:p>
          </p:txBody>
        </p:sp>
        <p:sp>
          <p:nvSpPr>
            <p:cNvPr id="207" name="Google Shape;207;p27">
              <a:extLst>
                <a:ext uri="{FF2B5EF4-FFF2-40B4-BE49-F238E27FC236}">
                  <a16:creationId xmlns:a16="http://schemas.microsoft.com/office/drawing/2014/main" id="{3483E7FB-F517-772F-FC8D-7F3A12F220B0}"/>
                </a:ext>
              </a:extLst>
            </p:cNvPr>
            <p:cNvSpPr/>
            <p:nvPr/>
          </p:nvSpPr>
          <p:spPr>
            <a:xfrm>
              <a:off x="3398463" y="2775098"/>
              <a:ext cx="631500" cy="631500"/>
            </a:xfrm>
            <a:prstGeom prst="ellipse">
              <a:avLst/>
            </a:prstGeom>
            <a:solidFill>
              <a:srgbClr val="92D050"/>
            </a:solidFill>
            <a:ln w="15425" cap="flat" cmpd="sng">
              <a:solidFill>
                <a:srgbClr val="082836"/>
              </a:solidFill>
              <a:prstDash val="solid"/>
              <a:miter lim="800000"/>
              <a:headEnd type="none" w="sm" len="sm"/>
              <a:tailEnd type="none" w="sm" len="sm"/>
            </a:ln>
          </p:spPr>
          <p:txBody>
            <a:bodyPr spcFirstLastPara="1" wrap="square" lIns="55550" tIns="27775" rIns="55550" bIns="27775" anchor="ctr" anchorCtr="0">
              <a:noAutofit/>
            </a:bodyPr>
            <a:lstStyle/>
            <a:p>
              <a:pPr marL="0" marR="0" lvl="0" indent="0" algn="ctr" rtl="0">
                <a:spcBef>
                  <a:spcPts val="0"/>
                </a:spcBef>
                <a:spcAft>
                  <a:spcPts val="0"/>
                </a:spcAft>
                <a:buNone/>
              </a:pPr>
              <a:r>
                <a:rPr lang="en" sz="1134" dirty="0">
                  <a:solidFill>
                    <a:schemeClr val="lt1"/>
                  </a:solidFill>
                </a:rPr>
                <a:t>t-3</a:t>
              </a:r>
              <a:endParaRPr sz="1134" dirty="0">
                <a:solidFill>
                  <a:schemeClr val="lt1"/>
                </a:solidFill>
                <a:latin typeface="Arial"/>
                <a:ea typeface="Arial"/>
                <a:cs typeface="Arial"/>
                <a:sym typeface="Arial"/>
              </a:endParaRPr>
            </a:p>
          </p:txBody>
        </p:sp>
        <p:sp>
          <p:nvSpPr>
            <p:cNvPr id="208" name="Google Shape;208;p27">
              <a:extLst>
                <a:ext uri="{FF2B5EF4-FFF2-40B4-BE49-F238E27FC236}">
                  <a16:creationId xmlns:a16="http://schemas.microsoft.com/office/drawing/2014/main" id="{B7F8BD2A-1CF2-EEC0-1AF1-CE320464B7A2}"/>
                </a:ext>
              </a:extLst>
            </p:cNvPr>
            <p:cNvSpPr/>
            <p:nvPr/>
          </p:nvSpPr>
          <p:spPr>
            <a:xfrm>
              <a:off x="4047694" y="2775098"/>
              <a:ext cx="631500" cy="631500"/>
            </a:xfrm>
            <a:prstGeom prst="ellipse">
              <a:avLst/>
            </a:prstGeom>
            <a:solidFill>
              <a:srgbClr val="92D050"/>
            </a:solidFill>
            <a:ln w="15425" cap="flat" cmpd="sng">
              <a:solidFill>
                <a:srgbClr val="082836"/>
              </a:solidFill>
              <a:prstDash val="solid"/>
              <a:miter lim="800000"/>
              <a:headEnd type="none" w="sm" len="sm"/>
              <a:tailEnd type="none" w="sm" len="sm"/>
            </a:ln>
          </p:spPr>
          <p:txBody>
            <a:bodyPr spcFirstLastPara="1" wrap="square" lIns="55550" tIns="27775" rIns="55550" bIns="27775" anchor="ctr" anchorCtr="0">
              <a:noAutofit/>
            </a:bodyPr>
            <a:lstStyle/>
            <a:p>
              <a:pPr marL="0" marR="0" lvl="0" indent="0" algn="ctr" rtl="0">
                <a:spcBef>
                  <a:spcPts val="0"/>
                </a:spcBef>
                <a:spcAft>
                  <a:spcPts val="0"/>
                </a:spcAft>
                <a:buNone/>
              </a:pPr>
              <a:r>
                <a:rPr lang="en" sz="1134" dirty="0">
                  <a:solidFill>
                    <a:schemeClr val="lt1"/>
                  </a:solidFill>
                </a:rPr>
                <a:t>t-2</a:t>
              </a:r>
              <a:endParaRPr sz="1134" dirty="0">
                <a:solidFill>
                  <a:schemeClr val="lt1"/>
                </a:solidFill>
                <a:latin typeface="Arial"/>
                <a:ea typeface="Arial"/>
                <a:cs typeface="Arial"/>
                <a:sym typeface="Arial"/>
              </a:endParaRPr>
            </a:p>
          </p:txBody>
        </p:sp>
        <p:sp>
          <p:nvSpPr>
            <p:cNvPr id="209" name="Google Shape;209;p27">
              <a:extLst>
                <a:ext uri="{FF2B5EF4-FFF2-40B4-BE49-F238E27FC236}">
                  <a16:creationId xmlns:a16="http://schemas.microsoft.com/office/drawing/2014/main" id="{DB171891-A11A-2FDB-4EF0-06B60E4A405B}"/>
                </a:ext>
              </a:extLst>
            </p:cNvPr>
            <p:cNvSpPr/>
            <p:nvPr/>
          </p:nvSpPr>
          <p:spPr>
            <a:xfrm>
              <a:off x="5346154" y="2788415"/>
              <a:ext cx="631500" cy="631500"/>
            </a:xfrm>
            <a:prstGeom prst="ellipse">
              <a:avLst/>
            </a:prstGeom>
            <a:solidFill>
              <a:srgbClr val="92D050"/>
            </a:solidFill>
            <a:ln w="15425" cap="flat" cmpd="sng">
              <a:solidFill>
                <a:srgbClr val="082836"/>
              </a:solidFill>
              <a:prstDash val="solid"/>
              <a:miter lim="800000"/>
              <a:headEnd type="none" w="sm" len="sm"/>
              <a:tailEnd type="none" w="sm" len="sm"/>
            </a:ln>
          </p:spPr>
          <p:txBody>
            <a:bodyPr spcFirstLastPara="1" wrap="square" lIns="55550" tIns="27775" rIns="55550" bIns="27775" anchor="ctr" anchorCtr="0">
              <a:noAutofit/>
            </a:bodyPr>
            <a:lstStyle/>
            <a:p>
              <a:pPr marL="0" marR="0" lvl="0" indent="0" algn="ctr" rtl="0">
                <a:spcBef>
                  <a:spcPts val="0"/>
                </a:spcBef>
                <a:spcAft>
                  <a:spcPts val="0"/>
                </a:spcAft>
                <a:buNone/>
              </a:pPr>
              <a:r>
                <a:rPr lang="en" sz="1134">
                  <a:solidFill>
                    <a:schemeClr val="lt1"/>
                  </a:solidFill>
                </a:rPr>
                <a:t>t-1</a:t>
              </a:r>
              <a:endParaRPr sz="1134">
                <a:solidFill>
                  <a:schemeClr val="lt1"/>
                </a:solidFill>
                <a:latin typeface="Arial"/>
                <a:ea typeface="Arial"/>
                <a:cs typeface="Arial"/>
                <a:sym typeface="Arial"/>
              </a:endParaRPr>
            </a:p>
          </p:txBody>
        </p:sp>
        <p:sp>
          <p:nvSpPr>
            <p:cNvPr id="210" name="Google Shape;210;p27">
              <a:extLst>
                <a:ext uri="{FF2B5EF4-FFF2-40B4-BE49-F238E27FC236}">
                  <a16:creationId xmlns:a16="http://schemas.microsoft.com/office/drawing/2014/main" id="{D2F7FEEF-F65A-C2D7-32F8-4EEB3EF44D1C}"/>
                </a:ext>
              </a:extLst>
            </p:cNvPr>
            <p:cNvSpPr/>
            <p:nvPr/>
          </p:nvSpPr>
          <p:spPr>
            <a:xfrm>
              <a:off x="7293844" y="2775098"/>
              <a:ext cx="631500" cy="631500"/>
            </a:xfrm>
            <a:prstGeom prst="ellipse">
              <a:avLst/>
            </a:prstGeom>
            <a:solidFill>
              <a:srgbClr val="92D050"/>
            </a:solidFill>
            <a:ln w="15425" cap="flat" cmpd="sng">
              <a:solidFill>
                <a:srgbClr val="082836"/>
              </a:solidFill>
              <a:prstDash val="solid"/>
              <a:miter lim="800000"/>
              <a:headEnd type="none" w="sm" len="sm"/>
              <a:tailEnd type="none" w="sm" len="sm"/>
            </a:ln>
          </p:spPr>
          <p:txBody>
            <a:bodyPr spcFirstLastPara="1" wrap="square" lIns="55550" tIns="27775" rIns="55550" bIns="27775" anchor="ctr" anchorCtr="0">
              <a:noAutofit/>
            </a:bodyPr>
            <a:lstStyle/>
            <a:p>
              <a:pPr marL="0" marR="0" lvl="0" indent="0" algn="ctr" rtl="0">
                <a:spcBef>
                  <a:spcPts val="0"/>
                </a:spcBef>
                <a:spcAft>
                  <a:spcPts val="0"/>
                </a:spcAft>
                <a:buNone/>
              </a:pPr>
              <a:r>
                <a:rPr lang="en" sz="1134">
                  <a:solidFill>
                    <a:schemeClr val="lt1"/>
                  </a:solidFill>
                </a:rPr>
                <a:t>t0</a:t>
              </a:r>
              <a:endParaRPr sz="1134">
                <a:solidFill>
                  <a:schemeClr val="lt1"/>
                </a:solidFill>
                <a:latin typeface="Arial"/>
                <a:ea typeface="Arial"/>
                <a:cs typeface="Arial"/>
                <a:sym typeface="Arial"/>
              </a:endParaRPr>
            </a:p>
          </p:txBody>
        </p:sp>
        <p:sp>
          <p:nvSpPr>
            <p:cNvPr id="211" name="Google Shape;211;p27">
              <a:extLst>
                <a:ext uri="{FF2B5EF4-FFF2-40B4-BE49-F238E27FC236}">
                  <a16:creationId xmlns:a16="http://schemas.microsoft.com/office/drawing/2014/main" id="{1AC3639A-42C2-61D6-9924-1992CB9919C1}"/>
                </a:ext>
              </a:extLst>
            </p:cNvPr>
            <p:cNvSpPr/>
            <p:nvPr/>
          </p:nvSpPr>
          <p:spPr>
            <a:xfrm>
              <a:off x="172679" y="2775070"/>
              <a:ext cx="631500" cy="631500"/>
            </a:xfrm>
            <a:prstGeom prst="ellipse">
              <a:avLst/>
            </a:prstGeom>
            <a:solidFill>
              <a:schemeClr val="accent1"/>
            </a:solidFill>
            <a:ln w="15425" cap="flat" cmpd="sng">
              <a:solidFill>
                <a:srgbClr val="082836"/>
              </a:solidFill>
              <a:prstDash val="solid"/>
              <a:miter lim="800000"/>
              <a:headEnd type="none" w="sm" len="sm"/>
              <a:tailEnd type="none" w="sm" len="sm"/>
            </a:ln>
          </p:spPr>
          <p:txBody>
            <a:bodyPr spcFirstLastPara="1" wrap="square" lIns="55550" tIns="27775" rIns="55550" bIns="27775" anchor="ctr" anchorCtr="0">
              <a:noAutofit/>
            </a:bodyPr>
            <a:lstStyle/>
            <a:p>
              <a:pPr marL="0" marR="0" lvl="0" indent="0" algn="ctr" rtl="0">
                <a:spcBef>
                  <a:spcPts val="0"/>
                </a:spcBef>
                <a:spcAft>
                  <a:spcPts val="0"/>
                </a:spcAft>
                <a:buNone/>
              </a:pPr>
              <a:r>
                <a:rPr lang="en" sz="1134" dirty="0">
                  <a:solidFill>
                    <a:schemeClr val="lt1"/>
                  </a:solidFill>
                </a:rPr>
                <a:t>t-6</a:t>
              </a:r>
              <a:br>
                <a:rPr lang="en" sz="1134" dirty="0">
                  <a:solidFill>
                    <a:schemeClr val="lt1"/>
                  </a:solidFill>
                </a:rPr>
              </a:br>
              <a:r>
                <a:rPr lang="en" sz="1134" dirty="0">
                  <a:solidFill>
                    <a:schemeClr val="lt1"/>
                  </a:solidFill>
                </a:rPr>
                <a:t>(L1)</a:t>
              </a:r>
              <a:endParaRPr sz="1134" dirty="0">
                <a:solidFill>
                  <a:schemeClr val="lt1"/>
                </a:solidFill>
                <a:latin typeface="Arial"/>
                <a:ea typeface="Arial"/>
                <a:cs typeface="Arial"/>
                <a:sym typeface="Arial"/>
              </a:endParaRPr>
            </a:p>
          </p:txBody>
        </p:sp>
        <p:sp>
          <p:nvSpPr>
            <p:cNvPr id="212" name="Google Shape;212;p27">
              <a:extLst>
                <a:ext uri="{FF2B5EF4-FFF2-40B4-BE49-F238E27FC236}">
                  <a16:creationId xmlns:a16="http://schemas.microsoft.com/office/drawing/2014/main" id="{E907DFAE-CF7D-37E7-F93A-EB3913BA8F90}"/>
                </a:ext>
              </a:extLst>
            </p:cNvPr>
            <p:cNvSpPr/>
            <p:nvPr/>
          </p:nvSpPr>
          <p:spPr>
            <a:xfrm>
              <a:off x="5995383" y="2775098"/>
              <a:ext cx="631500" cy="631500"/>
            </a:xfrm>
            <a:prstGeom prst="ellipse">
              <a:avLst/>
            </a:prstGeom>
            <a:noFill/>
            <a:ln w="15425" cap="flat" cmpd="sng">
              <a:solidFill>
                <a:srgbClr val="082836"/>
              </a:solidFill>
              <a:prstDash val="dash"/>
              <a:miter lim="800000"/>
              <a:headEnd type="none" w="sm" len="sm"/>
              <a:tailEnd type="none" w="sm" len="sm"/>
            </a:ln>
          </p:spPr>
          <p:txBody>
            <a:bodyPr spcFirstLastPara="1" wrap="square" lIns="55550" tIns="27775" rIns="55550" bIns="27775" anchor="ctr" anchorCtr="0">
              <a:noAutofit/>
            </a:bodyPr>
            <a:lstStyle/>
            <a:p>
              <a:pPr marL="0" marR="0" lvl="0" indent="0" algn="ctr" rtl="0">
                <a:spcBef>
                  <a:spcPts val="0"/>
                </a:spcBef>
                <a:spcAft>
                  <a:spcPts val="0"/>
                </a:spcAft>
                <a:buNone/>
              </a:pPr>
              <a:r>
                <a:rPr lang="en" sz="1701" dirty="0">
                  <a:solidFill>
                    <a:schemeClr val="dk1"/>
                  </a:solidFill>
                  <a:latin typeface="Arial"/>
                  <a:ea typeface="Arial"/>
                  <a:cs typeface="Arial"/>
                  <a:sym typeface="Arial"/>
                </a:rPr>
                <a:t>L1</a:t>
              </a:r>
              <a:endParaRPr sz="891" dirty="0"/>
            </a:p>
          </p:txBody>
        </p:sp>
        <p:sp>
          <p:nvSpPr>
            <p:cNvPr id="213" name="Google Shape;213;p27">
              <a:extLst>
                <a:ext uri="{FF2B5EF4-FFF2-40B4-BE49-F238E27FC236}">
                  <a16:creationId xmlns:a16="http://schemas.microsoft.com/office/drawing/2014/main" id="{8DF81948-71D8-17D0-F2DB-B1C9137B7980}"/>
                </a:ext>
              </a:extLst>
            </p:cNvPr>
            <p:cNvSpPr/>
            <p:nvPr/>
          </p:nvSpPr>
          <p:spPr>
            <a:xfrm>
              <a:off x="6644613" y="2765584"/>
              <a:ext cx="631500" cy="631500"/>
            </a:xfrm>
            <a:prstGeom prst="ellipse">
              <a:avLst/>
            </a:prstGeom>
            <a:noFill/>
            <a:ln w="15425" cap="flat" cmpd="sng">
              <a:solidFill>
                <a:srgbClr val="082836"/>
              </a:solidFill>
              <a:prstDash val="dash"/>
              <a:miter lim="800000"/>
              <a:headEnd type="none" w="sm" len="sm"/>
              <a:tailEnd type="none" w="sm" len="sm"/>
            </a:ln>
          </p:spPr>
          <p:txBody>
            <a:bodyPr spcFirstLastPara="1" wrap="square" lIns="55550" tIns="27775" rIns="55550" bIns="27775" anchor="ctr" anchorCtr="0">
              <a:noAutofit/>
            </a:bodyPr>
            <a:lstStyle/>
            <a:p>
              <a:pPr marL="0" marR="0" lvl="0" indent="0" algn="ctr" rtl="0">
                <a:spcBef>
                  <a:spcPts val="0"/>
                </a:spcBef>
                <a:spcAft>
                  <a:spcPts val="0"/>
                </a:spcAft>
                <a:buNone/>
              </a:pPr>
              <a:r>
                <a:rPr lang="en" sz="1701">
                  <a:solidFill>
                    <a:schemeClr val="dk1"/>
                  </a:solidFill>
                  <a:latin typeface="Arial"/>
                  <a:ea typeface="Arial"/>
                  <a:cs typeface="Arial"/>
                  <a:sym typeface="Arial"/>
                </a:rPr>
                <a:t>L1</a:t>
              </a:r>
              <a:endParaRPr sz="891"/>
            </a:p>
          </p:txBody>
        </p:sp>
        <p:sp>
          <p:nvSpPr>
            <p:cNvPr id="214" name="Google Shape;214;p27">
              <a:extLst>
                <a:ext uri="{FF2B5EF4-FFF2-40B4-BE49-F238E27FC236}">
                  <a16:creationId xmlns:a16="http://schemas.microsoft.com/office/drawing/2014/main" id="{FEA160A2-C594-8B7A-A7A8-A2821EC27B8D}"/>
                </a:ext>
              </a:extLst>
            </p:cNvPr>
            <p:cNvSpPr/>
            <p:nvPr/>
          </p:nvSpPr>
          <p:spPr>
            <a:xfrm>
              <a:off x="2749233" y="2765584"/>
              <a:ext cx="631500" cy="631500"/>
            </a:xfrm>
            <a:prstGeom prst="ellipse">
              <a:avLst/>
            </a:prstGeom>
            <a:noFill/>
            <a:ln w="15425" cap="flat" cmpd="sng">
              <a:solidFill>
                <a:srgbClr val="082836"/>
              </a:solidFill>
              <a:prstDash val="dash"/>
              <a:miter lim="800000"/>
              <a:headEnd type="none" w="sm" len="sm"/>
              <a:tailEnd type="none" w="sm" len="sm"/>
            </a:ln>
          </p:spPr>
          <p:txBody>
            <a:bodyPr spcFirstLastPara="1" wrap="square" lIns="55550" tIns="27775" rIns="55550" bIns="27775" anchor="ctr" anchorCtr="0">
              <a:noAutofit/>
            </a:bodyPr>
            <a:lstStyle/>
            <a:p>
              <a:pPr marL="0" marR="0" lvl="0" indent="0" algn="ctr" rtl="0">
                <a:spcBef>
                  <a:spcPts val="0"/>
                </a:spcBef>
                <a:spcAft>
                  <a:spcPts val="0"/>
                </a:spcAft>
                <a:buNone/>
              </a:pPr>
              <a:r>
                <a:rPr lang="en" sz="1701" dirty="0">
                  <a:solidFill>
                    <a:schemeClr val="dk1"/>
                  </a:solidFill>
                  <a:latin typeface="Arial"/>
                  <a:ea typeface="Arial"/>
                  <a:cs typeface="Arial"/>
                  <a:sym typeface="Arial"/>
                </a:rPr>
                <a:t>L1</a:t>
              </a:r>
              <a:endParaRPr sz="891" dirty="0"/>
            </a:p>
          </p:txBody>
        </p:sp>
        <p:sp>
          <p:nvSpPr>
            <p:cNvPr id="215" name="Google Shape;215;p27">
              <a:extLst>
                <a:ext uri="{FF2B5EF4-FFF2-40B4-BE49-F238E27FC236}">
                  <a16:creationId xmlns:a16="http://schemas.microsoft.com/office/drawing/2014/main" id="{A97847A6-42BD-4BDC-D458-7B73065D7AE5}"/>
                </a:ext>
              </a:extLst>
            </p:cNvPr>
            <p:cNvSpPr/>
            <p:nvPr/>
          </p:nvSpPr>
          <p:spPr>
            <a:xfrm>
              <a:off x="4696924" y="2788415"/>
              <a:ext cx="631500" cy="631500"/>
            </a:xfrm>
            <a:prstGeom prst="ellipse">
              <a:avLst/>
            </a:prstGeom>
            <a:noFill/>
            <a:ln w="15425" cap="flat" cmpd="sng">
              <a:solidFill>
                <a:srgbClr val="082836"/>
              </a:solidFill>
              <a:prstDash val="dash"/>
              <a:miter lim="800000"/>
              <a:headEnd type="none" w="sm" len="sm"/>
              <a:tailEnd type="none" w="sm" len="sm"/>
            </a:ln>
          </p:spPr>
          <p:txBody>
            <a:bodyPr spcFirstLastPara="1" wrap="square" lIns="55550" tIns="27775" rIns="55550" bIns="27775" anchor="ctr" anchorCtr="0">
              <a:noAutofit/>
            </a:bodyPr>
            <a:lstStyle/>
            <a:p>
              <a:pPr marL="0" marR="0" lvl="0" indent="0" algn="ctr" rtl="0">
                <a:spcBef>
                  <a:spcPts val="0"/>
                </a:spcBef>
                <a:spcAft>
                  <a:spcPts val="0"/>
                </a:spcAft>
                <a:buNone/>
              </a:pPr>
              <a:r>
                <a:rPr lang="en" sz="1701" dirty="0">
                  <a:solidFill>
                    <a:schemeClr val="dk1"/>
                  </a:solidFill>
                  <a:latin typeface="Arial"/>
                  <a:ea typeface="Arial"/>
                  <a:cs typeface="Arial"/>
                  <a:sym typeface="Arial"/>
                </a:rPr>
                <a:t>L1</a:t>
              </a:r>
              <a:endParaRPr sz="891" dirty="0"/>
            </a:p>
          </p:txBody>
        </p:sp>
        <p:sp>
          <p:nvSpPr>
            <p:cNvPr id="217" name="Google Shape;217;p27">
              <a:extLst>
                <a:ext uri="{FF2B5EF4-FFF2-40B4-BE49-F238E27FC236}">
                  <a16:creationId xmlns:a16="http://schemas.microsoft.com/office/drawing/2014/main" id="{F0B67AED-E3AD-69D0-E84A-DEA8BB1F0569}"/>
                </a:ext>
              </a:extLst>
            </p:cNvPr>
            <p:cNvSpPr txBox="1"/>
            <p:nvPr/>
          </p:nvSpPr>
          <p:spPr>
            <a:xfrm>
              <a:off x="2374310" y="3397084"/>
              <a:ext cx="1293000" cy="471597"/>
            </a:xfrm>
            <a:prstGeom prst="rect">
              <a:avLst/>
            </a:prstGeom>
            <a:noFill/>
            <a:ln>
              <a:noFill/>
            </a:ln>
          </p:spPr>
          <p:txBody>
            <a:bodyPr spcFirstLastPara="1" wrap="square" lIns="64700" tIns="32350" rIns="64700" bIns="32350" anchor="t" anchorCtr="0">
              <a:spAutoFit/>
            </a:bodyPr>
            <a:lstStyle/>
            <a:p>
              <a:pPr marL="0" marR="0" lvl="0" indent="0" algn="ctr" rtl="0">
                <a:spcBef>
                  <a:spcPts val="0"/>
                </a:spcBef>
                <a:spcAft>
                  <a:spcPts val="0"/>
                </a:spcAft>
                <a:buNone/>
              </a:pPr>
              <a:r>
                <a:rPr lang="en" sz="1320" dirty="0">
                  <a:solidFill>
                    <a:schemeClr val="dk1"/>
                  </a:solidFill>
                  <a:latin typeface="Arial"/>
                  <a:ea typeface="Arial"/>
                  <a:cs typeface="Arial"/>
                  <a:sym typeface="Arial"/>
                </a:rPr>
                <a:t>Linear</a:t>
              </a:r>
              <a:br>
                <a:rPr lang="en" sz="1320" dirty="0">
                  <a:solidFill>
                    <a:schemeClr val="dk1"/>
                  </a:solidFill>
                  <a:latin typeface="Arial"/>
                  <a:ea typeface="Arial"/>
                  <a:cs typeface="Arial"/>
                  <a:sym typeface="Arial"/>
                </a:rPr>
              </a:br>
              <a:r>
                <a:rPr lang="en" sz="1320" dirty="0">
                  <a:solidFill>
                    <a:schemeClr val="dk1"/>
                  </a:solidFill>
                  <a:latin typeface="Arial"/>
                  <a:ea typeface="Arial"/>
                  <a:cs typeface="Arial"/>
                  <a:sym typeface="Arial"/>
                </a:rPr>
                <a:t>interpolation</a:t>
              </a:r>
              <a:endParaRPr sz="1037" dirty="0"/>
            </a:p>
          </p:txBody>
        </p:sp>
        <p:sp>
          <p:nvSpPr>
            <p:cNvPr id="218" name="Google Shape;218;p27">
              <a:extLst>
                <a:ext uri="{FF2B5EF4-FFF2-40B4-BE49-F238E27FC236}">
                  <a16:creationId xmlns:a16="http://schemas.microsoft.com/office/drawing/2014/main" id="{2E57FF87-AA72-87D9-C201-CE034088DF46}"/>
                </a:ext>
              </a:extLst>
            </p:cNvPr>
            <p:cNvSpPr txBox="1"/>
            <p:nvPr/>
          </p:nvSpPr>
          <p:spPr>
            <a:xfrm>
              <a:off x="6000844" y="3416112"/>
              <a:ext cx="1293000" cy="471900"/>
            </a:xfrm>
            <a:prstGeom prst="rect">
              <a:avLst/>
            </a:prstGeom>
            <a:noFill/>
            <a:ln>
              <a:noFill/>
            </a:ln>
          </p:spPr>
          <p:txBody>
            <a:bodyPr spcFirstLastPara="1" wrap="square" lIns="64700" tIns="32350" rIns="64700" bIns="32350" anchor="t" anchorCtr="0">
              <a:spAutoFit/>
            </a:bodyPr>
            <a:lstStyle/>
            <a:p>
              <a:pPr marL="0" marR="0" lvl="0" indent="0" algn="ctr" rtl="0">
                <a:spcBef>
                  <a:spcPts val="0"/>
                </a:spcBef>
                <a:spcAft>
                  <a:spcPts val="0"/>
                </a:spcAft>
                <a:buNone/>
              </a:pPr>
              <a:r>
                <a:rPr lang="en" sz="1320" dirty="0">
                  <a:solidFill>
                    <a:schemeClr val="dk1"/>
                  </a:solidFill>
                  <a:latin typeface="Arial"/>
                  <a:ea typeface="Arial"/>
                  <a:cs typeface="Arial"/>
                  <a:sym typeface="Arial"/>
                </a:rPr>
                <a:t>Linear</a:t>
              </a:r>
              <a:br>
                <a:rPr lang="en" sz="1320" dirty="0">
                  <a:solidFill>
                    <a:schemeClr val="dk1"/>
                  </a:solidFill>
                  <a:latin typeface="Arial"/>
                  <a:ea typeface="Arial"/>
                  <a:cs typeface="Arial"/>
                  <a:sym typeface="Arial"/>
                </a:rPr>
              </a:br>
              <a:r>
                <a:rPr lang="en" sz="1320" dirty="0">
                  <a:solidFill>
                    <a:schemeClr val="dk1"/>
                  </a:solidFill>
                  <a:latin typeface="Arial"/>
                  <a:ea typeface="Arial"/>
                  <a:cs typeface="Arial"/>
                  <a:sym typeface="Arial"/>
                </a:rPr>
                <a:t>interpolation</a:t>
              </a:r>
              <a:endParaRPr sz="1037" dirty="0"/>
            </a:p>
          </p:txBody>
        </p:sp>
        <p:sp>
          <p:nvSpPr>
            <p:cNvPr id="220" name="Google Shape;220;p27">
              <a:extLst>
                <a:ext uri="{FF2B5EF4-FFF2-40B4-BE49-F238E27FC236}">
                  <a16:creationId xmlns:a16="http://schemas.microsoft.com/office/drawing/2014/main" id="{561EDDAB-0E29-72BA-AF33-1019F3B7144E}"/>
                </a:ext>
              </a:extLst>
            </p:cNvPr>
            <p:cNvSpPr/>
            <p:nvPr/>
          </p:nvSpPr>
          <p:spPr>
            <a:xfrm>
              <a:off x="1460945" y="2788409"/>
              <a:ext cx="631500" cy="631500"/>
            </a:xfrm>
            <a:prstGeom prst="ellipse">
              <a:avLst/>
            </a:prstGeom>
            <a:solidFill>
              <a:schemeClr val="dk1"/>
            </a:solidFill>
            <a:ln w="15425" cap="flat" cmpd="sng">
              <a:solidFill>
                <a:srgbClr val="082836"/>
              </a:solidFill>
              <a:prstDash val="solid"/>
              <a:miter lim="800000"/>
              <a:headEnd type="none" w="sm" len="sm"/>
              <a:tailEnd type="none" w="sm" len="sm"/>
            </a:ln>
          </p:spPr>
          <p:txBody>
            <a:bodyPr spcFirstLastPara="1" wrap="square" lIns="55550" tIns="27775" rIns="55550" bIns="27775" anchor="ctr" anchorCtr="0">
              <a:noAutofit/>
            </a:bodyPr>
            <a:lstStyle/>
            <a:p>
              <a:pPr marL="0" marR="0" lvl="0" indent="0" algn="ctr" rtl="0">
                <a:spcBef>
                  <a:spcPts val="0"/>
                </a:spcBef>
                <a:spcAft>
                  <a:spcPts val="0"/>
                </a:spcAft>
                <a:buNone/>
              </a:pPr>
              <a:r>
                <a:rPr lang="en" sz="1100" dirty="0">
                  <a:solidFill>
                    <a:schemeClr val="lt1"/>
                  </a:solidFill>
                </a:rPr>
                <a:t>L1</a:t>
              </a:r>
              <a:endParaRPr sz="1100" dirty="0">
                <a:solidFill>
                  <a:schemeClr val="lt1"/>
                </a:solidFill>
              </a:endParaRPr>
            </a:p>
          </p:txBody>
        </p:sp>
        <p:sp>
          <p:nvSpPr>
            <p:cNvPr id="2" name="Google Shape;215;p27">
              <a:extLst>
                <a:ext uri="{FF2B5EF4-FFF2-40B4-BE49-F238E27FC236}">
                  <a16:creationId xmlns:a16="http://schemas.microsoft.com/office/drawing/2014/main" id="{B52BD53B-19BA-3185-0624-80AB3A6FE487}"/>
                </a:ext>
              </a:extLst>
            </p:cNvPr>
            <p:cNvSpPr/>
            <p:nvPr/>
          </p:nvSpPr>
          <p:spPr>
            <a:xfrm>
              <a:off x="7925344" y="2765584"/>
              <a:ext cx="631500" cy="631500"/>
            </a:xfrm>
            <a:prstGeom prst="ellipse">
              <a:avLst/>
            </a:prstGeom>
            <a:noFill/>
            <a:ln w="15425" cap="flat" cmpd="sng">
              <a:solidFill>
                <a:srgbClr val="082836"/>
              </a:solidFill>
              <a:prstDash val="dash"/>
              <a:miter lim="800000"/>
              <a:headEnd type="none" w="sm" len="sm"/>
              <a:tailEnd type="none" w="sm" len="sm"/>
            </a:ln>
          </p:spPr>
          <p:txBody>
            <a:bodyPr spcFirstLastPara="1" wrap="square" lIns="55550" tIns="27775" rIns="55550" bIns="27775" anchor="ctr" anchorCtr="0">
              <a:noAutofit/>
            </a:bodyPr>
            <a:lstStyle/>
            <a:p>
              <a:pPr marL="0" marR="0" lvl="0" indent="0" algn="ctr" rtl="0">
                <a:spcBef>
                  <a:spcPts val="0"/>
                </a:spcBef>
                <a:spcAft>
                  <a:spcPts val="0"/>
                </a:spcAft>
                <a:buNone/>
              </a:pPr>
              <a:r>
                <a:rPr lang="en" sz="1701" dirty="0">
                  <a:solidFill>
                    <a:schemeClr val="dk1"/>
                  </a:solidFill>
                  <a:latin typeface="Arial"/>
                  <a:ea typeface="Arial"/>
                  <a:cs typeface="Arial"/>
                  <a:sym typeface="Arial"/>
                </a:rPr>
                <a:t>L0</a:t>
              </a:r>
              <a:endParaRPr sz="891" dirty="0"/>
            </a:p>
          </p:txBody>
        </p:sp>
        <p:sp>
          <p:nvSpPr>
            <p:cNvPr id="3" name="Google Shape;218;p27">
              <a:extLst>
                <a:ext uri="{FF2B5EF4-FFF2-40B4-BE49-F238E27FC236}">
                  <a16:creationId xmlns:a16="http://schemas.microsoft.com/office/drawing/2014/main" id="{9E76D3CB-563D-793E-6752-30D87FE52348}"/>
                </a:ext>
              </a:extLst>
            </p:cNvPr>
            <p:cNvSpPr txBox="1"/>
            <p:nvPr/>
          </p:nvSpPr>
          <p:spPr>
            <a:xfrm>
              <a:off x="8382403" y="2445312"/>
              <a:ext cx="637917" cy="268464"/>
            </a:xfrm>
            <a:prstGeom prst="rect">
              <a:avLst/>
            </a:prstGeom>
            <a:noFill/>
            <a:ln>
              <a:noFill/>
            </a:ln>
          </p:spPr>
          <p:txBody>
            <a:bodyPr spcFirstLastPara="1" wrap="square" lIns="64700" tIns="32350" rIns="64700" bIns="32350" anchor="t" anchorCtr="0">
              <a:spAutoFit/>
            </a:bodyPr>
            <a:lstStyle/>
            <a:p>
              <a:pPr marL="0" marR="0" lvl="0" indent="0" algn="ctr" rtl="0">
                <a:spcBef>
                  <a:spcPts val="0"/>
                </a:spcBef>
                <a:spcAft>
                  <a:spcPts val="0"/>
                </a:spcAft>
                <a:buNone/>
              </a:pPr>
              <a:r>
                <a:rPr lang="en" sz="1320" dirty="0">
                  <a:solidFill>
                    <a:schemeClr val="dk1"/>
                  </a:solidFill>
                  <a:latin typeface="Arial"/>
                  <a:ea typeface="Arial"/>
                  <a:cs typeface="Arial"/>
                  <a:sym typeface="Arial"/>
                </a:rPr>
                <a:t>Today</a:t>
              </a:r>
              <a:endParaRPr sz="1037" dirty="0"/>
            </a:p>
          </p:txBody>
        </p:sp>
        <p:cxnSp>
          <p:nvCxnSpPr>
            <p:cNvPr id="5" name="Straight Connector 4">
              <a:extLst>
                <a:ext uri="{FF2B5EF4-FFF2-40B4-BE49-F238E27FC236}">
                  <a16:creationId xmlns:a16="http://schemas.microsoft.com/office/drawing/2014/main" id="{691867FD-BB91-10B6-A259-A0E23CE21091}"/>
                </a:ext>
              </a:extLst>
            </p:cNvPr>
            <p:cNvCxnSpPr>
              <a:cxnSpLocks/>
            </p:cNvCxnSpPr>
            <p:nvPr/>
          </p:nvCxnSpPr>
          <p:spPr>
            <a:xfrm>
              <a:off x="8701362" y="2765584"/>
              <a:ext cx="0" cy="631500"/>
            </a:xfrm>
            <a:prstGeom prst="line">
              <a:avLst/>
            </a:prstGeom>
            <a:ln w="38100"/>
          </p:spPr>
          <p:style>
            <a:lnRef idx="1">
              <a:schemeClr val="dk1"/>
            </a:lnRef>
            <a:fillRef idx="0">
              <a:schemeClr val="dk1"/>
            </a:fillRef>
            <a:effectRef idx="0">
              <a:schemeClr val="dk1"/>
            </a:effectRef>
            <a:fontRef idx="minor">
              <a:schemeClr val="tx1"/>
            </a:fontRef>
          </p:style>
        </p:cxnSp>
        <p:sp>
          <p:nvSpPr>
            <p:cNvPr id="311" name="Google Shape;218;p27">
              <a:extLst>
                <a:ext uri="{FF2B5EF4-FFF2-40B4-BE49-F238E27FC236}">
                  <a16:creationId xmlns:a16="http://schemas.microsoft.com/office/drawing/2014/main" id="{25C5664F-2C06-A7F9-7DD4-01B5B011F28F}"/>
                </a:ext>
              </a:extLst>
            </p:cNvPr>
            <p:cNvSpPr txBox="1"/>
            <p:nvPr/>
          </p:nvSpPr>
          <p:spPr>
            <a:xfrm>
              <a:off x="2840057" y="2445312"/>
              <a:ext cx="1731944" cy="268464"/>
            </a:xfrm>
            <a:prstGeom prst="rect">
              <a:avLst/>
            </a:prstGeom>
            <a:noFill/>
            <a:ln>
              <a:noFill/>
            </a:ln>
          </p:spPr>
          <p:txBody>
            <a:bodyPr spcFirstLastPara="1" wrap="square" lIns="64700" tIns="32350" rIns="64700" bIns="32350" anchor="t" anchorCtr="0">
              <a:spAutoFit/>
            </a:bodyPr>
            <a:lstStyle/>
            <a:p>
              <a:pPr marL="0" marR="0" lvl="0" indent="0" algn="ctr" rtl="0">
                <a:spcBef>
                  <a:spcPts val="0"/>
                </a:spcBef>
                <a:spcAft>
                  <a:spcPts val="0"/>
                </a:spcAft>
                <a:buNone/>
              </a:pPr>
              <a:r>
                <a:rPr lang="en" sz="1320" dirty="0">
                  <a:solidFill>
                    <a:schemeClr val="dk1"/>
                  </a:solidFill>
                  <a:latin typeface="Arial"/>
                  <a:ea typeface="Arial"/>
                  <a:cs typeface="Arial"/>
                  <a:sym typeface="Arial"/>
                </a:rPr>
                <a:t>Center observation</a:t>
              </a:r>
              <a:endParaRPr sz="1037" dirty="0"/>
            </a:p>
          </p:txBody>
        </p:sp>
        <p:cxnSp>
          <p:nvCxnSpPr>
            <p:cNvPr id="312" name="Straight Connector 311">
              <a:extLst>
                <a:ext uri="{FF2B5EF4-FFF2-40B4-BE49-F238E27FC236}">
                  <a16:creationId xmlns:a16="http://schemas.microsoft.com/office/drawing/2014/main" id="{78E1C5ED-E257-EAD1-43B9-30805B6D6CA6}"/>
                </a:ext>
              </a:extLst>
            </p:cNvPr>
            <p:cNvCxnSpPr>
              <a:cxnSpLocks/>
            </p:cNvCxnSpPr>
            <p:nvPr/>
          </p:nvCxnSpPr>
          <p:spPr>
            <a:xfrm>
              <a:off x="3706029" y="2697852"/>
              <a:ext cx="0" cy="247332"/>
            </a:xfrm>
            <a:prstGeom prst="line">
              <a:avLst/>
            </a:prstGeom>
            <a:ln w="38100"/>
          </p:spPr>
          <p:style>
            <a:lnRef idx="1">
              <a:schemeClr val="dk1"/>
            </a:lnRef>
            <a:fillRef idx="0">
              <a:schemeClr val="dk1"/>
            </a:fillRef>
            <a:effectRef idx="0">
              <a:schemeClr val="dk1"/>
            </a:effectRef>
            <a:fontRef idx="minor">
              <a:schemeClr val="tx1"/>
            </a:fontRef>
          </p:style>
        </p:cxnSp>
        <p:sp>
          <p:nvSpPr>
            <p:cNvPr id="675" name="Google Shape;211;p27">
              <a:extLst>
                <a:ext uri="{FF2B5EF4-FFF2-40B4-BE49-F238E27FC236}">
                  <a16:creationId xmlns:a16="http://schemas.microsoft.com/office/drawing/2014/main" id="{D5E687ED-A5E0-01D9-1A23-92812E5248BA}"/>
                </a:ext>
              </a:extLst>
            </p:cNvPr>
            <p:cNvSpPr/>
            <p:nvPr/>
          </p:nvSpPr>
          <p:spPr>
            <a:xfrm>
              <a:off x="-467401" y="2775070"/>
              <a:ext cx="631500" cy="631500"/>
            </a:xfrm>
            <a:prstGeom prst="ellipse">
              <a:avLst/>
            </a:prstGeom>
            <a:solidFill>
              <a:schemeClr val="accent1"/>
            </a:solidFill>
            <a:ln w="15425" cap="flat" cmpd="sng">
              <a:solidFill>
                <a:srgbClr val="082836"/>
              </a:solidFill>
              <a:prstDash val="solid"/>
              <a:miter lim="800000"/>
              <a:headEnd type="none" w="sm" len="sm"/>
              <a:tailEnd type="none" w="sm" len="sm"/>
            </a:ln>
          </p:spPr>
          <p:txBody>
            <a:bodyPr spcFirstLastPara="1" wrap="square" lIns="55550" tIns="27775" rIns="55550" bIns="27775" anchor="ctr" anchorCtr="0">
              <a:noAutofit/>
            </a:bodyPr>
            <a:lstStyle/>
            <a:p>
              <a:pPr marL="0" marR="0" lvl="0" indent="0" algn="ctr" rtl="0">
                <a:spcBef>
                  <a:spcPts val="0"/>
                </a:spcBef>
                <a:spcAft>
                  <a:spcPts val="0"/>
                </a:spcAft>
                <a:buNone/>
              </a:pPr>
              <a:r>
                <a:rPr lang="en" sz="1134" dirty="0">
                  <a:solidFill>
                    <a:schemeClr val="lt1"/>
                  </a:solidFill>
                </a:rPr>
                <a:t>L2</a:t>
              </a:r>
              <a:endParaRPr sz="1134" dirty="0">
                <a:solidFill>
                  <a:schemeClr val="lt1"/>
                </a:solidFill>
                <a:latin typeface="Arial"/>
                <a:ea typeface="Arial"/>
                <a:cs typeface="Arial"/>
                <a:sym typeface="Arial"/>
              </a:endParaRPr>
            </a:p>
          </p:txBody>
        </p:sp>
        <p:sp>
          <p:nvSpPr>
            <p:cNvPr id="4" name="Google Shape;218;p27">
              <a:extLst>
                <a:ext uri="{FF2B5EF4-FFF2-40B4-BE49-F238E27FC236}">
                  <a16:creationId xmlns:a16="http://schemas.microsoft.com/office/drawing/2014/main" id="{2767E39E-9DA2-41F8-ACF3-3192F70DC7C0}"/>
                </a:ext>
              </a:extLst>
            </p:cNvPr>
            <p:cNvSpPr txBox="1"/>
            <p:nvPr/>
          </p:nvSpPr>
          <p:spPr>
            <a:xfrm>
              <a:off x="7650739" y="3416112"/>
              <a:ext cx="1293000" cy="268464"/>
            </a:xfrm>
            <a:prstGeom prst="rect">
              <a:avLst/>
            </a:prstGeom>
            <a:noFill/>
            <a:ln>
              <a:noFill/>
            </a:ln>
          </p:spPr>
          <p:txBody>
            <a:bodyPr spcFirstLastPara="1" wrap="square" lIns="64700" tIns="32350" rIns="64700" bIns="32350" anchor="t" anchorCtr="0">
              <a:spAutoFit/>
            </a:bodyPr>
            <a:lstStyle/>
            <a:p>
              <a:pPr marL="0" marR="0" lvl="0" indent="0" algn="ctr" rtl="0">
                <a:spcBef>
                  <a:spcPts val="0"/>
                </a:spcBef>
                <a:spcAft>
                  <a:spcPts val="0"/>
                </a:spcAft>
                <a:buNone/>
              </a:pPr>
              <a:r>
                <a:rPr lang="en" sz="1320" dirty="0">
                  <a:solidFill>
                    <a:schemeClr val="dk1"/>
                  </a:solidFill>
                  <a:latin typeface="Arial"/>
                  <a:ea typeface="Arial"/>
                  <a:cs typeface="Arial"/>
                  <a:sym typeface="Arial"/>
                </a:rPr>
                <a:t>Exp. decay</a:t>
              </a:r>
              <a:endParaRPr sz="1037" dirty="0"/>
            </a:p>
          </p:txBody>
        </p:sp>
      </p:grpSp>
      <p:grpSp>
        <p:nvGrpSpPr>
          <p:cNvPr id="25" name="Group 24">
            <a:extLst>
              <a:ext uri="{FF2B5EF4-FFF2-40B4-BE49-F238E27FC236}">
                <a16:creationId xmlns:a16="http://schemas.microsoft.com/office/drawing/2014/main" id="{BFA18E70-32E4-A7EF-F973-C7E3140BE878}"/>
              </a:ext>
            </a:extLst>
          </p:cNvPr>
          <p:cNvGrpSpPr/>
          <p:nvPr/>
        </p:nvGrpSpPr>
        <p:grpSpPr>
          <a:xfrm>
            <a:off x="-452353" y="658800"/>
            <a:ext cx="9494534" cy="1472053"/>
            <a:chOff x="-452353" y="862745"/>
            <a:chExt cx="9494534" cy="1472053"/>
          </a:xfrm>
        </p:grpSpPr>
        <p:sp>
          <p:nvSpPr>
            <p:cNvPr id="7" name="Google Shape;204;p27">
              <a:extLst>
                <a:ext uri="{FF2B5EF4-FFF2-40B4-BE49-F238E27FC236}">
                  <a16:creationId xmlns:a16="http://schemas.microsoft.com/office/drawing/2014/main" id="{8BA201EA-BDF3-9598-B334-BB6BFA43B672}"/>
                </a:ext>
              </a:extLst>
            </p:cNvPr>
            <p:cNvSpPr/>
            <p:nvPr/>
          </p:nvSpPr>
          <p:spPr>
            <a:xfrm>
              <a:off x="173736" y="862745"/>
              <a:ext cx="8868445" cy="1472053"/>
            </a:xfrm>
            <a:prstGeom prst="rect">
              <a:avLst/>
            </a:prstGeom>
            <a:solidFill>
              <a:srgbClr val="BEF2C7">
                <a:alpha val="31760"/>
              </a:srgbClr>
            </a:solidFill>
            <a:ln w="17975" cap="flat" cmpd="sng">
              <a:solidFill>
                <a:srgbClr val="082836"/>
              </a:solidFill>
              <a:prstDash val="solid"/>
              <a:miter lim="800000"/>
              <a:headEnd type="none" w="sm" len="sm"/>
              <a:tailEnd type="none" w="sm" len="sm"/>
            </a:ln>
          </p:spPr>
          <p:txBody>
            <a:bodyPr spcFirstLastPara="1" wrap="square" lIns="64700" tIns="32350" rIns="64700" bIns="32350" anchor="t" anchorCtr="0">
              <a:noAutofit/>
            </a:bodyPr>
            <a:lstStyle/>
            <a:p>
              <a:pPr marL="0" marR="0" lvl="0" indent="0" algn="l" rtl="0">
                <a:spcBef>
                  <a:spcPts val="0"/>
                </a:spcBef>
                <a:spcAft>
                  <a:spcPts val="0"/>
                </a:spcAft>
                <a:buNone/>
              </a:pPr>
              <a:r>
                <a:rPr lang="en" sz="1320" b="0" i="0" u="none" strike="noStrike" cap="none" dirty="0">
                  <a:solidFill>
                    <a:schemeClr val="dk1"/>
                  </a:solidFill>
                  <a:latin typeface="Arial"/>
                  <a:ea typeface="Arial"/>
                  <a:cs typeface="Arial"/>
                  <a:sym typeface="Arial"/>
                </a:rPr>
                <a:t>7-observation moving window:</a:t>
              </a:r>
              <a:endParaRPr sz="1037" dirty="0"/>
            </a:p>
          </p:txBody>
        </p:sp>
        <p:sp>
          <p:nvSpPr>
            <p:cNvPr id="8" name="Google Shape;205;p27">
              <a:extLst>
                <a:ext uri="{FF2B5EF4-FFF2-40B4-BE49-F238E27FC236}">
                  <a16:creationId xmlns:a16="http://schemas.microsoft.com/office/drawing/2014/main" id="{4E33D4A4-CED3-9BFC-FE0E-61E3E7A11CBC}"/>
                </a:ext>
              </a:extLst>
            </p:cNvPr>
            <p:cNvSpPr/>
            <p:nvPr/>
          </p:nvSpPr>
          <p:spPr>
            <a:xfrm>
              <a:off x="821909" y="1221856"/>
              <a:ext cx="631500" cy="631500"/>
            </a:xfrm>
            <a:prstGeom prst="ellipse">
              <a:avLst/>
            </a:prstGeom>
            <a:solidFill>
              <a:srgbClr val="92D050"/>
            </a:solidFill>
            <a:ln w="15425" cap="flat" cmpd="sng">
              <a:solidFill>
                <a:srgbClr val="082836"/>
              </a:solidFill>
              <a:prstDash val="solid"/>
              <a:miter lim="800000"/>
              <a:headEnd type="none" w="sm" len="sm"/>
              <a:tailEnd type="none" w="sm" len="sm"/>
            </a:ln>
          </p:spPr>
          <p:txBody>
            <a:bodyPr spcFirstLastPara="1" wrap="square" lIns="55550" tIns="27775" rIns="55550" bIns="27775" anchor="ctr" anchorCtr="0">
              <a:noAutofit/>
            </a:bodyPr>
            <a:lstStyle/>
            <a:p>
              <a:pPr marL="0" marR="0" lvl="0" indent="0" algn="ctr" rtl="0">
                <a:spcBef>
                  <a:spcPts val="0"/>
                </a:spcBef>
                <a:spcAft>
                  <a:spcPts val="0"/>
                </a:spcAft>
                <a:buNone/>
              </a:pPr>
              <a:r>
                <a:rPr lang="en" sz="1134">
                  <a:solidFill>
                    <a:schemeClr val="lt1"/>
                  </a:solidFill>
                </a:rPr>
                <a:t>t-5</a:t>
              </a:r>
              <a:endParaRPr sz="1134">
                <a:solidFill>
                  <a:schemeClr val="lt1"/>
                </a:solidFill>
                <a:latin typeface="Arial"/>
                <a:ea typeface="Arial"/>
                <a:cs typeface="Arial"/>
                <a:sym typeface="Arial"/>
              </a:endParaRPr>
            </a:p>
          </p:txBody>
        </p:sp>
        <p:sp>
          <p:nvSpPr>
            <p:cNvPr id="9" name="Google Shape;206;p27">
              <a:extLst>
                <a:ext uri="{FF2B5EF4-FFF2-40B4-BE49-F238E27FC236}">
                  <a16:creationId xmlns:a16="http://schemas.microsoft.com/office/drawing/2014/main" id="{40EAA73E-8D88-D810-6F53-3A4AB715CBFB}"/>
                </a:ext>
              </a:extLst>
            </p:cNvPr>
            <p:cNvSpPr/>
            <p:nvPr/>
          </p:nvSpPr>
          <p:spPr>
            <a:xfrm>
              <a:off x="2100002" y="1221884"/>
              <a:ext cx="631500" cy="631500"/>
            </a:xfrm>
            <a:prstGeom prst="ellipse">
              <a:avLst/>
            </a:prstGeom>
            <a:solidFill>
              <a:srgbClr val="92D050"/>
            </a:solidFill>
            <a:ln w="15425" cap="flat" cmpd="sng">
              <a:solidFill>
                <a:srgbClr val="082836"/>
              </a:solidFill>
              <a:prstDash val="solid"/>
              <a:miter lim="800000"/>
              <a:headEnd type="none" w="sm" len="sm"/>
              <a:tailEnd type="none" w="sm" len="sm"/>
            </a:ln>
          </p:spPr>
          <p:txBody>
            <a:bodyPr spcFirstLastPara="1" wrap="square" lIns="55550" tIns="27775" rIns="55550" bIns="27775" anchor="ctr" anchorCtr="0">
              <a:noAutofit/>
            </a:bodyPr>
            <a:lstStyle/>
            <a:p>
              <a:pPr marL="0" marR="0" lvl="0" indent="0" algn="ctr" rtl="0">
                <a:spcBef>
                  <a:spcPts val="0"/>
                </a:spcBef>
                <a:spcAft>
                  <a:spcPts val="0"/>
                </a:spcAft>
                <a:buNone/>
              </a:pPr>
              <a:r>
                <a:rPr lang="en" sz="1134">
                  <a:solidFill>
                    <a:schemeClr val="lt1"/>
                  </a:solidFill>
                </a:rPr>
                <a:t>t-4</a:t>
              </a:r>
              <a:endParaRPr sz="1134">
                <a:solidFill>
                  <a:schemeClr val="lt1"/>
                </a:solidFill>
                <a:latin typeface="Arial"/>
                <a:ea typeface="Arial"/>
                <a:cs typeface="Arial"/>
                <a:sym typeface="Arial"/>
              </a:endParaRPr>
            </a:p>
          </p:txBody>
        </p:sp>
        <p:sp>
          <p:nvSpPr>
            <p:cNvPr id="10" name="Google Shape;207;p27">
              <a:extLst>
                <a:ext uri="{FF2B5EF4-FFF2-40B4-BE49-F238E27FC236}">
                  <a16:creationId xmlns:a16="http://schemas.microsoft.com/office/drawing/2014/main" id="{85A0AEA7-A4BF-F09F-6C8E-F96684558F64}"/>
                </a:ext>
              </a:extLst>
            </p:cNvPr>
            <p:cNvSpPr/>
            <p:nvPr/>
          </p:nvSpPr>
          <p:spPr>
            <a:xfrm>
              <a:off x="3398463" y="1221884"/>
              <a:ext cx="631500" cy="631500"/>
            </a:xfrm>
            <a:prstGeom prst="ellipse">
              <a:avLst/>
            </a:prstGeom>
            <a:solidFill>
              <a:srgbClr val="92D050"/>
            </a:solidFill>
            <a:ln w="15425" cap="flat" cmpd="sng">
              <a:solidFill>
                <a:srgbClr val="082836"/>
              </a:solidFill>
              <a:prstDash val="solid"/>
              <a:miter lim="800000"/>
              <a:headEnd type="none" w="sm" len="sm"/>
              <a:tailEnd type="none" w="sm" len="sm"/>
            </a:ln>
          </p:spPr>
          <p:txBody>
            <a:bodyPr spcFirstLastPara="1" wrap="square" lIns="55550" tIns="27775" rIns="55550" bIns="27775" anchor="ctr" anchorCtr="0">
              <a:noAutofit/>
            </a:bodyPr>
            <a:lstStyle/>
            <a:p>
              <a:pPr marL="0" marR="0" lvl="0" indent="0" algn="ctr" rtl="0">
                <a:spcBef>
                  <a:spcPts val="0"/>
                </a:spcBef>
                <a:spcAft>
                  <a:spcPts val="0"/>
                </a:spcAft>
                <a:buNone/>
              </a:pPr>
              <a:r>
                <a:rPr lang="en" sz="1134">
                  <a:solidFill>
                    <a:schemeClr val="lt1"/>
                  </a:solidFill>
                </a:rPr>
                <a:t>t-3</a:t>
              </a:r>
              <a:endParaRPr sz="1134">
                <a:solidFill>
                  <a:schemeClr val="lt1"/>
                </a:solidFill>
                <a:latin typeface="Arial"/>
                <a:ea typeface="Arial"/>
                <a:cs typeface="Arial"/>
                <a:sym typeface="Arial"/>
              </a:endParaRPr>
            </a:p>
          </p:txBody>
        </p:sp>
        <p:sp>
          <p:nvSpPr>
            <p:cNvPr id="11" name="Google Shape;208;p27">
              <a:extLst>
                <a:ext uri="{FF2B5EF4-FFF2-40B4-BE49-F238E27FC236}">
                  <a16:creationId xmlns:a16="http://schemas.microsoft.com/office/drawing/2014/main" id="{2FE50D4C-2A23-F927-7C21-690AA688CEDB}"/>
                </a:ext>
              </a:extLst>
            </p:cNvPr>
            <p:cNvSpPr/>
            <p:nvPr/>
          </p:nvSpPr>
          <p:spPr>
            <a:xfrm>
              <a:off x="4047694" y="1221884"/>
              <a:ext cx="631500" cy="631500"/>
            </a:xfrm>
            <a:prstGeom prst="ellipse">
              <a:avLst/>
            </a:prstGeom>
            <a:solidFill>
              <a:srgbClr val="92D050"/>
            </a:solidFill>
            <a:ln w="15425" cap="flat" cmpd="sng">
              <a:solidFill>
                <a:srgbClr val="082836"/>
              </a:solidFill>
              <a:prstDash val="solid"/>
              <a:miter lim="800000"/>
              <a:headEnd type="none" w="sm" len="sm"/>
              <a:tailEnd type="none" w="sm" len="sm"/>
            </a:ln>
          </p:spPr>
          <p:txBody>
            <a:bodyPr spcFirstLastPara="1" wrap="square" lIns="55550" tIns="27775" rIns="55550" bIns="27775" anchor="ctr" anchorCtr="0">
              <a:noAutofit/>
            </a:bodyPr>
            <a:lstStyle/>
            <a:p>
              <a:pPr marL="0" marR="0" lvl="0" indent="0" algn="ctr" rtl="0">
                <a:spcBef>
                  <a:spcPts val="0"/>
                </a:spcBef>
                <a:spcAft>
                  <a:spcPts val="0"/>
                </a:spcAft>
                <a:buNone/>
              </a:pPr>
              <a:r>
                <a:rPr lang="en" sz="1134">
                  <a:solidFill>
                    <a:schemeClr val="lt1"/>
                  </a:solidFill>
                </a:rPr>
                <a:t>t-2</a:t>
              </a:r>
              <a:endParaRPr sz="1134">
                <a:solidFill>
                  <a:schemeClr val="lt1"/>
                </a:solidFill>
                <a:latin typeface="Arial"/>
                <a:ea typeface="Arial"/>
                <a:cs typeface="Arial"/>
                <a:sym typeface="Arial"/>
              </a:endParaRPr>
            </a:p>
          </p:txBody>
        </p:sp>
        <p:sp>
          <p:nvSpPr>
            <p:cNvPr id="12" name="Google Shape;209;p27">
              <a:extLst>
                <a:ext uri="{FF2B5EF4-FFF2-40B4-BE49-F238E27FC236}">
                  <a16:creationId xmlns:a16="http://schemas.microsoft.com/office/drawing/2014/main" id="{63FBA9A3-B9BA-C097-DDFC-1A9DBF222283}"/>
                </a:ext>
              </a:extLst>
            </p:cNvPr>
            <p:cNvSpPr/>
            <p:nvPr/>
          </p:nvSpPr>
          <p:spPr>
            <a:xfrm>
              <a:off x="5346154" y="1235201"/>
              <a:ext cx="631500" cy="631500"/>
            </a:xfrm>
            <a:prstGeom prst="ellipse">
              <a:avLst/>
            </a:prstGeom>
            <a:solidFill>
              <a:srgbClr val="92D050"/>
            </a:solidFill>
            <a:ln w="15425" cap="flat" cmpd="sng">
              <a:solidFill>
                <a:srgbClr val="082836"/>
              </a:solidFill>
              <a:prstDash val="solid"/>
              <a:miter lim="800000"/>
              <a:headEnd type="none" w="sm" len="sm"/>
              <a:tailEnd type="none" w="sm" len="sm"/>
            </a:ln>
          </p:spPr>
          <p:txBody>
            <a:bodyPr spcFirstLastPara="1" wrap="square" lIns="55550" tIns="27775" rIns="55550" bIns="27775" anchor="ctr" anchorCtr="0">
              <a:noAutofit/>
            </a:bodyPr>
            <a:lstStyle/>
            <a:p>
              <a:pPr marL="0" marR="0" lvl="0" indent="0" algn="ctr" rtl="0">
                <a:spcBef>
                  <a:spcPts val="0"/>
                </a:spcBef>
                <a:spcAft>
                  <a:spcPts val="0"/>
                </a:spcAft>
                <a:buNone/>
              </a:pPr>
              <a:r>
                <a:rPr lang="en" sz="1134">
                  <a:solidFill>
                    <a:schemeClr val="lt1"/>
                  </a:solidFill>
                </a:rPr>
                <a:t>t-1</a:t>
              </a:r>
              <a:endParaRPr sz="1134">
                <a:solidFill>
                  <a:schemeClr val="lt1"/>
                </a:solidFill>
                <a:latin typeface="Arial"/>
                <a:ea typeface="Arial"/>
                <a:cs typeface="Arial"/>
                <a:sym typeface="Arial"/>
              </a:endParaRPr>
            </a:p>
          </p:txBody>
        </p:sp>
        <p:sp>
          <p:nvSpPr>
            <p:cNvPr id="13" name="Google Shape;210;p27">
              <a:extLst>
                <a:ext uri="{FF2B5EF4-FFF2-40B4-BE49-F238E27FC236}">
                  <a16:creationId xmlns:a16="http://schemas.microsoft.com/office/drawing/2014/main" id="{57FF244C-D588-238D-51F2-7F8A38B20E68}"/>
                </a:ext>
              </a:extLst>
            </p:cNvPr>
            <p:cNvSpPr/>
            <p:nvPr/>
          </p:nvSpPr>
          <p:spPr>
            <a:xfrm>
              <a:off x="7293844" y="1221884"/>
              <a:ext cx="631500" cy="631500"/>
            </a:xfrm>
            <a:prstGeom prst="ellipse">
              <a:avLst/>
            </a:prstGeom>
            <a:solidFill>
              <a:srgbClr val="92D050"/>
            </a:solidFill>
            <a:ln w="15425" cap="flat" cmpd="sng">
              <a:solidFill>
                <a:srgbClr val="082836"/>
              </a:solidFill>
              <a:prstDash val="solid"/>
              <a:miter lim="800000"/>
              <a:headEnd type="none" w="sm" len="sm"/>
              <a:tailEnd type="none" w="sm" len="sm"/>
            </a:ln>
          </p:spPr>
          <p:txBody>
            <a:bodyPr spcFirstLastPara="1" wrap="square" lIns="55550" tIns="27775" rIns="55550" bIns="27775" anchor="ctr" anchorCtr="0">
              <a:noAutofit/>
            </a:bodyPr>
            <a:lstStyle/>
            <a:p>
              <a:pPr marL="0" marR="0" lvl="0" indent="0" algn="ctr" rtl="0">
                <a:spcBef>
                  <a:spcPts val="0"/>
                </a:spcBef>
                <a:spcAft>
                  <a:spcPts val="0"/>
                </a:spcAft>
                <a:buNone/>
              </a:pPr>
              <a:r>
                <a:rPr lang="en" sz="1134">
                  <a:solidFill>
                    <a:schemeClr val="lt1"/>
                  </a:solidFill>
                </a:rPr>
                <a:t>t0</a:t>
              </a:r>
              <a:endParaRPr sz="1134">
                <a:solidFill>
                  <a:schemeClr val="lt1"/>
                </a:solidFill>
                <a:latin typeface="Arial"/>
                <a:ea typeface="Arial"/>
                <a:cs typeface="Arial"/>
                <a:sym typeface="Arial"/>
              </a:endParaRPr>
            </a:p>
          </p:txBody>
        </p:sp>
        <p:sp>
          <p:nvSpPr>
            <p:cNvPr id="15" name="Google Shape;212;p27">
              <a:extLst>
                <a:ext uri="{FF2B5EF4-FFF2-40B4-BE49-F238E27FC236}">
                  <a16:creationId xmlns:a16="http://schemas.microsoft.com/office/drawing/2014/main" id="{DBE8BB6E-08D0-7D31-358A-67EE1AD0B326}"/>
                </a:ext>
              </a:extLst>
            </p:cNvPr>
            <p:cNvSpPr/>
            <p:nvPr/>
          </p:nvSpPr>
          <p:spPr>
            <a:xfrm>
              <a:off x="5995383" y="1221884"/>
              <a:ext cx="631500" cy="631500"/>
            </a:xfrm>
            <a:prstGeom prst="ellipse">
              <a:avLst/>
            </a:prstGeom>
            <a:noFill/>
            <a:ln w="15425" cap="flat" cmpd="sng">
              <a:solidFill>
                <a:srgbClr val="082836"/>
              </a:solidFill>
              <a:prstDash val="dash"/>
              <a:miter lim="800000"/>
              <a:headEnd type="none" w="sm" len="sm"/>
              <a:tailEnd type="none" w="sm" len="sm"/>
            </a:ln>
          </p:spPr>
          <p:txBody>
            <a:bodyPr spcFirstLastPara="1" wrap="square" lIns="55550" tIns="27775" rIns="55550" bIns="27775" anchor="ctr" anchorCtr="0">
              <a:noAutofit/>
            </a:bodyPr>
            <a:lstStyle/>
            <a:p>
              <a:pPr marL="0" marR="0" lvl="0" indent="0" algn="ctr" rtl="0">
                <a:spcBef>
                  <a:spcPts val="0"/>
                </a:spcBef>
                <a:spcAft>
                  <a:spcPts val="0"/>
                </a:spcAft>
                <a:buNone/>
              </a:pPr>
              <a:r>
                <a:rPr lang="en" sz="1701" dirty="0">
                  <a:solidFill>
                    <a:schemeClr val="dk1"/>
                  </a:solidFill>
                  <a:latin typeface="Arial"/>
                  <a:ea typeface="Arial"/>
                  <a:cs typeface="Arial"/>
                  <a:sym typeface="Arial"/>
                </a:rPr>
                <a:t>-</a:t>
              </a:r>
              <a:endParaRPr sz="891" dirty="0"/>
            </a:p>
          </p:txBody>
        </p:sp>
        <p:sp>
          <p:nvSpPr>
            <p:cNvPr id="16" name="Google Shape;213;p27">
              <a:extLst>
                <a:ext uri="{FF2B5EF4-FFF2-40B4-BE49-F238E27FC236}">
                  <a16:creationId xmlns:a16="http://schemas.microsoft.com/office/drawing/2014/main" id="{3EB8549D-E17C-136B-FF0A-9C51BABE0040}"/>
                </a:ext>
              </a:extLst>
            </p:cNvPr>
            <p:cNvSpPr/>
            <p:nvPr/>
          </p:nvSpPr>
          <p:spPr>
            <a:xfrm>
              <a:off x="6644613" y="1212370"/>
              <a:ext cx="631500" cy="631500"/>
            </a:xfrm>
            <a:prstGeom prst="ellipse">
              <a:avLst/>
            </a:prstGeom>
            <a:noFill/>
            <a:ln w="15425" cap="flat" cmpd="sng">
              <a:solidFill>
                <a:srgbClr val="082836"/>
              </a:solidFill>
              <a:prstDash val="dash"/>
              <a:miter lim="800000"/>
              <a:headEnd type="none" w="sm" len="sm"/>
              <a:tailEnd type="none" w="sm" len="sm"/>
            </a:ln>
          </p:spPr>
          <p:txBody>
            <a:bodyPr spcFirstLastPara="1" wrap="square" lIns="55550" tIns="27775" rIns="55550" bIns="27775" anchor="ctr" anchorCtr="0">
              <a:noAutofit/>
            </a:bodyPr>
            <a:lstStyle/>
            <a:p>
              <a:pPr marL="0" marR="0" lvl="0" indent="0" algn="ctr" rtl="0">
                <a:spcBef>
                  <a:spcPts val="0"/>
                </a:spcBef>
                <a:spcAft>
                  <a:spcPts val="0"/>
                </a:spcAft>
                <a:buNone/>
              </a:pPr>
              <a:r>
                <a:rPr lang="en" sz="1701" dirty="0">
                  <a:solidFill>
                    <a:schemeClr val="dk1"/>
                  </a:solidFill>
                  <a:latin typeface="Arial"/>
                  <a:ea typeface="Arial"/>
                  <a:cs typeface="Arial"/>
                  <a:sym typeface="Arial"/>
                </a:rPr>
                <a:t>-</a:t>
              </a:r>
              <a:endParaRPr sz="891" dirty="0"/>
            </a:p>
          </p:txBody>
        </p:sp>
        <p:sp>
          <p:nvSpPr>
            <p:cNvPr id="17" name="Google Shape;214;p27">
              <a:extLst>
                <a:ext uri="{FF2B5EF4-FFF2-40B4-BE49-F238E27FC236}">
                  <a16:creationId xmlns:a16="http://schemas.microsoft.com/office/drawing/2014/main" id="{F91DC26B-4963-03D2-8ACF-E3B2EC79AB8F}"/>
                </a:ext>
              </a:extLst>
            </p:cNvPr>
            <p:cNvSpPr/>
            <p:nvPr/>
          </p:nvSpPr>
          <p:spPr>
            <a:xfrm>
              <a:off x="2749233" y="1212370"/>
              <a:ext cx="631500" cy="631500"/>
            </a:xfrm>
            <a:prstGeom prst="ellipse">
              <a:avLst/>
            </a:prstGeom>
            <a:noFill/>
            <a:ln w="15425" cap="flat" cmpd="sng">
              <a:solidFill>
                <a:srgbClr val="082836"/>
              </a:solidFill>
              <a:prstDash val="dash"/>
              <a:miter lim="800000"/>
              <a:headEnd type="none" w="sm" len="sm"/>
              <a:tailEnd type="none" w="sm" len="sm"/>
            </a:ln>
          </p:spPr>
          <p:txBody>
            <a:bodyPr spcFirstLastPara="1" wrap="square" lIns="55550" tIns="27775" rIns="55550" bIns="27775" anchor="ctr" anchorCtr="0">
              <a:noAutofit/>
            </a:bodyPr>
            <a:lstStyle/>
            <a:p>
              <a:pPr marL="0" marR="0" lvl="0" indent="0" algn="ctr" rtl="0">
                <a:spcBef>
                  <a:spcPts val="0"/>
                </a:spcBef>
                <a:spcAft>
                  <a:spcPts val="0"/>
                </a:spcAft>
                <a:buNone/>
              </a:pPr>
              <a:r>
                <a:rPr lang="en" sz="1701" dirty="0">
                  <a:solidFill>
                    <a:schemeClr val="dk1"/>
                  </a:solidFill>
                  <a:latin typeface="Arial"/>
                  <a:ea typeface="Arial"/>
                  <a:cs typeface="Arial"/>
                  <a:sym typeface="Arial"/>
                </a:rPr>
                <a:t>-</a:t>
              </a:r>
              <a:endParaRPr sz="891" dirty="0"/>
            </a:p>
          </p:txBody>
        </p:sp>
        <p:sp>
          <p:nvSpPr>
            <p:cNvPr id="18" name="Google Shape;215;p27">
              <a:extLst>
                <a:ext uri="{FF2B5EF4-FFF2-40B4-BE49-F238E27FC236}">
                  <a16:creationId xmlns:a16="http://schemas.microsoft.com/office/drawing/2014/main" id="{C29762CF-740C-34BB-BD2E-946CA192268B}"/>
                </a:ext>
              </a:extLst>
            </p:cNvPr>
            <p:cNvSpPr/>
            <p:nvPr/>
          </p:nvSpPr>
          <p:spPr>
            <a:xfrm>
              <a:off x="4696924" y="1235201"/>
              <a:ext cx="631500" cy="631500"/>
            </a:xfrm>
            <a:prstGeom prst="ellipse">
              <a:avLst/>
            </a:prstGeom>
            <a:noFill/>
            <a:ln w="15425" cap="flat" cmpd="sng">
              <a:solidFill>
                <a:srgbClr val="082836"/>
              </a:solidFill>
              <a:prstDash val="dash"/>
              <a:miter lim="800000"/>
              <a:headEnd type="none" w="sm" len="sm"/>
              <a:tailEnd type="none" w="sm" len="sm"/>
            </a:ln>
          </p:spPr>
          <p:txBody>
            <a:bodyPr spcFirstLastPara="1" wrap="square" lIns="55550" tIns="27775" rIns="55550" bIns="27775" anchor="ctr" anchorCtr="0">
              <a:noAutofit/>
            </a:bodyPr>
            <a:lstStyle/>
            <a:p>
              <a:pPr marL="0" marR="0" lvl="0" indent="0" algn="ctr" rtl="0">
                <a:spcBef>
                  <a:spcPts val="0"/>
                </a:spcBef>
                <a:spcAft>
                  <a:spcPts val="0"/>
                </a:spcAft>
                <a:buNone/>
              </a:pPr>
              <a:r>
                <a:rPr lang="en" sz="1701">
                  <a:solidFill>
                    <a:schemeClr val="dk1"/>
                  </a:solidFill>
                  <a:latin typeface="Arial"/>
                  <a:ea typeface="Arial"/>
                  <a:cs typeface="Arial"/>
                  <a:sym typeface="Arial"/>
                </a:rPr>
                <a:t>-</a:t>
              </a:r>
              <a:endParaRPr sz="891"/>
            </a:p>
          </p:txBody>
        </p:sp>
        <p:sp>
          <p:nvSpPr>
            <p:cNvPr id="22" name="Google Shape;215;p27">
              <a:extLst>
                <a:ext uri="{FF2B5EF4-FFF2-40B4-BE49-F238E27FC236}">
                  <a16:creationId xmlns:a16="http://schemas.microsoft.com/office/drawing/2014/main" id="{4DF66E36-B21D-F313-775A-D05ECD353225}"/>
                </a:ext>
              </a:extLst>
            </p:cNvPr>
            <p:cNvSpPr/>
            <p:nvPr/>
          </p:nvSpPr>
          <p:spPr>
            <a:xfrm>
              <a:off x="7925344" y="1212370"/>
              <a:ext cx="631500" cy="631500"/>
            </a:xfrm>
            <a:prstGeom prst="ellipse">
              <a:avLst/>
            </a:prstGeom>
            <a:noFill/>
            <a:ln w="15425" cap="flat" cmpd="sng">
              <a:solidFill>
                <a:srgbClr val="082836"/>
              </a:solidFill>
              <a:prstDash val="dash"/>
              <a:miter lim="800000"/>
              <a:headEnd type="none" w="sm" len="sm"/>
              <a:tailEnd type="none" w="sm" len="sm"/>
            </a:ln>
          </p:spPr>
          <p:txBody>
            <a:bodyPr spcFirstLastPara="1" wrap="square" lIns="55550" tIns="27775" rIns="55550" bIns="27775" anchor="ctr" anchorCtr="0">
              <a:noAutofit/>
            </a:bodyPr>
            <a:lstStyle/>
            <a:p>
              <a:pPr marL="0" marR="0" lvl="0" indent="0" algn="ctr" rtl="0">
                <a:spcBef>
                  <a:spcPts val="0"/>
                </a:spcBef>
                <a:spcAft>
                  <a:spcPts val="0"/>
                </a:spcAft>
                <a:buNone/>
              </a:pPr>
              <a:r>
                <a:rPr lang="en" sz="1701" dirty="0">
                  <a:solidFill>
                    <a:schemeClr val="dk1"/>
                  </a:solidFill>
                  <a:latin typeface="Arial"/>
                  <a:ea typeface="Arial"/>
                  <a:cs typeface="Arial"/>
                  <a:sym typeface="Arial"/>
                </a:rPr>
                <a:t>-</a:t>
              </a:r>
              <a:endParaRPr sz="891" dirty="0"/>
            </a:p>
          </p:txBody>
        </p:sp>
        <p:sp>
          <p:nvSpPr>
            <p:cNvPr id="23" name="Google Shape;218;p27">
              <a:extLst>
                <a:ext uri="{FF2B5EF4-FFF2-40B4-BE49-F238E27FC236}">
                  <a16:creationId xmlns:a16="http://schemas.microsoft.com/office/drawing/2014/main" id="{14D718FF-8D7B-BF5A-DDEB-851559D5DF9A}"/>
                </a:ext>
              </a:extLst>
            </p:cNvPr>
            <p:cNvSpPr txBox="1"/>
            <p:nvPr/>
          </p:nvSpPr>
          <p:spPr>
            <a:xfrm>
              <a:off x="8382403" y="925964"/>
              <a:ext cx="637917" cy="268464"/>
            </a:xfrm>
            <a:prstGeom prst="rect">
              <a:avLst/>
            </a:prstGeom>
            <a:noFill/>
            <a:ln>
              <a:noFill/>
            </a:ln>
          </p:spPr>
          <p:txBody>
            <a:bodyPr spcFirstLastPara="1" wrap="square" lIns="64700" tIns="32350" rIns="64700" bIns="32350" anchor="t" anchorCtr="0">
              <a:spAutoFit/>
            </a:bodyPr>
            <a:lstStyle/>
            <a:p>
              <a:pPr marL="0" marR="0" lvl="0" indent="0" algn="ctr" rtl="0">
                <a:spcBef>
                  <a:spcPts val="0"/>
                </a:spcBef>
                <a:spcAft>
                  <a:spcPts val="0"/>
                </a:spcAft>
                <a:buNone/>
              </a:pPr>
              <a:r>
                <a:rPr lang="en" sz="1320" dirty="0">
                  <a:solidFill>
                    <a:schemeClr val="dk1"/>
                  </a:solidFill>
                  <a:latin typeface="Arial"/>
                  <a:ea typeface="Arial"/>
                  <a:cs typeface="Arial"/>
                  <a:sym typeface="Arial"/>
                </a:rPr>
                <a:t>Today</a:t>
              </a:r>
              <a:endParaRPr sz="1037" dirty="0"/>
            </a:p>
          </p:txBody>
        </p:sp>
        <p:cxnSp>
          <p:nvCxnSpPr>
            <p:cNvPr id="24" name="Straight Connector 23">
              <a:extLst>
                <a:ext uri="{FF2B5EF4-FFF2-40B4-BE49-F238E27FC236}">
                  <a16:creationId xmlns:a16="http://schemas.microsoft.com/office/drawing/2014/main" id="{C1844B95-BB0A-3DDA-1EA4-8C954A407EAA}"/>
                </a:ext>
              </a:extLst>
            </p:cNvPr>
            <p:cNvCxnSpPr>
              <a:cxnSpLocks/>
            </p:cNvCxnSpPr>
            <p:nvPr/>
          </p:nvCxnSpPr>
          <p:spPr>
            <a:xfrm>
              <a:off x="8701362" y="1212370"/>
              <a:ext cx="0" cy="631500"/>
            </a:xfrm>
            <a:prstGeom prst="line">
              <a:avLst/>
            </a:prstGeom>
            <a:ln w="38100"/>
          </p:spPr>
          <p:style>
            <a:lnRef idx="1">
              <a:schemeClr val="dk1"/>
            </a:lnRef>
            <a:fillRef idx="0">
              <a:schemeClr val="dk1"/>
            </a:fillRef>
            <a:effectRef idx="0">
              <a:schemeClr val="dk1"/>
            </a:effectRef>
            <a:fontRef idx="minor">
              <a:schemeClr val="tx1"/>
            </a:fontRef>
          </p:style>
        </p:cxnSp>
        <p:sp>
          <p:nvSpPr>
            <p:cNvPr id="27" name="Google Shape;214;p27">
              <a:extLst>
                <a:ext uri="{FF2B5EF4-FFF2-40B4-BE49-F238E27FC236}">
                  <a16:creationId xmlns:a16="http://schemas.microsoft.com/office/drawing/2014/main" id="{09713712-4E37-74DA-4950-36D14154CFCD}"/>
                </a:ext>
              </a:extLst>
            </p:cNvPr>
            <p:cNvSpPr/>
            <p:nvPr/>
          </p:nvSpPr>
          <p:spPr>
            <a:xfrm>
              <a:off x="1460945" y="1221856"/>
              <a:ext cx="631500" cy="631500"/>
            </a:xfrm>
            <a:prstGeom prst="ellipse">
              <a:avLst/>
            </a:prstGeom>
            <a:noFill/>
            <a:ln w="15425" cap="flat" cmpd="sng">
              <a:solidFill>
                <a:srgbClr val="082836"/>
              </a:solidFill>
              <a:prstDash val="dash"/>
              <a:miter lim="800000"/>
              <a:headEnd type="none" w="sm" len="sm"/>
              <a:tailEnd type="none" w="sm" len="sm"/>
            </a:ln>
          </p:spPr>
          <p:txBody>
            <a:bodyPr spcFirstLastPara="1" wrap="square" lIns="55550" tIns="27775" rIns="55550" bIns="27775" anchor="ctr" anchorCtr="0">
              <a:noAutofit/>
            </a:bodyPr>
            <a:lstStyle/>
            <a:p>
              <a:pPr marL="0" marR="0" lvl="0" indent="0" algn="ctr" rtl="0">
                <a:spcBef>
                  <a:spcPts val="0"/>
                </a:spcBef>
                <a:spcAft>
                  <a:spcPts val="0"/>
                </a:spcAft>
                <a:buNone/>
              </a:pPr>
              <a:r>
                <a:rPr lang="en" sz="1701" dirty="0">
                  <a:solidFill>
                    <a:schemeClr val="dk1"/>
                  </a:solidFill>
                  <a:latin typeface="Arial"/>
                  <a:ea typeface="Arial"/>
                  <a:cs typeface="Arial"/>
                  <a:sym typeface="Arial"/>
                </a:rPr>
                <a:t>-</a:t>
              </a:r>
              <a:endParaRPr sz="891" dirty="0"/>
            </a:p>
          </p:txBody>
        </p:sp>
        <p:sp>
          <p:nvSpPr>
            <p:cNvPr id="674" name="Google Shape;211;p27">
              <a:extLst>
                <a:ext uri="{FF2B5EF4-FFF2-40B4-BE49-F238E27FC236}">
                  <a16:creationId xmlns:a16="http://schemas.microsoft.com/office/drawing/2014/main" id="{DEEEEA0C-8949-8721-EE2F-316C64F2ECDD}"/>
                </a:ext>
              </a:extLst>
            </p:cNvPr>
            <p:cNvSpPr/>
            <p:nvPr/>
          </p:nvSpPr>
          <p:spPr>
            <a:xfrm>
              <a:off x="-452353" y="1221856"/>
              <a:ext cx="631500" cy="631500"/>
            </a:xfrm>
            <a:prstGeom prst="ellipse">
              <a:avLst/>
            </a:prstGeom>
            <a:solidFill>
              <a:srgbClr val="4285F4"/>
            </a:solidFill>
            <a:ln w="15425" cap="flat" cmpd="sng">
              <a:solidFill>
                <a:srgbClr val="082836"/>
              </a:solidFill>
              <a:prstDash val="solid"/>
              <a:miter lim="800000"/>
              <a:headEnd type="none" w="sm" len="sm"/>
              <a:tailEnd type="none" w="sm" len="sm"/>
            </a:ln>
          </p:spPr>
          <p:txBody>
            <a:bodyPr spcFirstLastPara="1" wrap="square" lIns="55550" tIns="27775" rIns="55550" bIns="27775" anchor="ctr" anchorCtr="0">
              <a:noAutofit/>
            </a:bodyPr>
            <a:lstStyle/>
            <a:p>
              <a:pPr marL="0" marR="0" lvl="0" indent="0" algn="ctr" rtl="0">
                <a:spcBef>
                  <a:spcPts val="0"/>
                </a:spcBef>
                <a:spcAft>
                  <a:spcPts val="0"/>
                </a:spcAft>
                <a:buNone/>
              </a:pPr>
              <a:r>
                <a:rPr lang="en" sz="1134" dirty="0">
                  <a:solidFill>
                    <a:schemeClr val="lt1"/>
                  </a:solidFill>
                </a:rPr>
                <a:t>L2</a:t>
              </a:r>
              <a:endParaRPr sz="1134" dirty="0">
                <a:solidFill>
                  <a:schemeClr val="lt1"/>
                </a:solidFill>
                <a:latin typeface="Arial"/>
                <a:ea typeface="Arial"/>
                <a:cs typeface="Arial"/>
                <a:sym typeface="Arial"/>
              </a:endParaRPr>
            </a:p>
          </p:txBody>
        </p:sp>
        <p:sp>
          <p:nvSpPr>
            <p:cNvPr id="676" name="Google Shape;211;p27">
              <a:extLst>
                <a:ext uri="{FF2B5EF4-FFF2-40B4-BE49-F238E27FC236}">
                  <a16:creationId xmlns:a16="http://schemas.microsoft.com/office/drawing/2014/main" id="{F174A6C8-E3B3-C4EE-F8D1-5ECCB98692D6}"/>
                </a:ext>
              </a:extLst>
            </p:cNvPr>
            <p:cNvSpPr/>
            <p:nvPr/>
          </p:nvSpPr>
          <p:spPr>
            <a:xfrm>
              <a:off x="172680" y="1221856"/>
              <a:ext cx="631500" cy="631500"/>
            </a:xfrm>
            <a:prstGeom prst="ellipse">
              <a:avLst/>
            </a:prstGeom>
            <a:solidFill>
              <a:srgbClr val="4285F4"/>
            </a:solidFill>
            <a:ln w="15425" cap="flat" cmpd="sng">
              <a:solidFill>
                <a:srgbClr val="082836"/>
              </a:solidFill>
              <a:prstDash val="solid"/>
              <a:miter lim="800000"/>
              <a:headEnd type="none" w="sm" len="sm"/>
              <a:tailEnd type="none" w="sm" len="sm"/>
            </a:ln>
          </p:spPr>
          <p:txBody>
            <a:bodyPr spcFirstLastPara="1" wrap="square" lIns="55550" tIns="27775" rIns="55550" bIns="27775" anchor="ctr" anchorCtr="0">
              <a:noAutofit/>
            </a:bodyPr>
            <a:lstStyle/>
            <a:p>
              <a:pPr lvl="0" algn="ctr"/>
              <a:r>
                <a:rPr lang="en" sz="1134" dirty="0">
                  <a:solidFill>
                    <a:schemeClr val="lt1"/>
                  </a:solidFill>
                </a:rPr>
                <a:t>t-6</a:t>
              </a:r>
              <a:endParaRPr sz="1134" dirty="0">
                <a:solidFill>
                  <a:schemeClr val="lt1"/>
                </a:solidFill>
                <a:latin typeface="Arial"/>
                <a:ea typeface="Arial"/>
                <a:cs typeface="Arial"/>
                <a:sym typeface="Arial"/>
              </a:endParaRPr>
            </a:p>
          </p:txBody>
        </p:sp>
      </p:grpSp>
      <p:grpSp>
        <p:nvGrpSpPr>
          <p:cNvPr id="30" name="Group 29">
            <a:extLst>
              <a:ext uri="{FF2B5EF4-FFF2-40B4-BE49-F238E27FC236}">
                <a16:creationId xmlns:a16="http://schemas.microsoft.com/office/drawing/2014/main" id="{A4585E8F-F5D4-33F6-9B4F-891661E901AC}"/>
              </a:ext>
            </a:extLst>
          </p:cNvPr>
          <p:cNvGrpSpPr/>
          <p:nvPr/>
        </p:nvGrpSpPr>
        <p:grpSpPr>
          <a:xfrm>
            <a:off x="199864" y="4375275"/>
            <a:ext cx="2458936" cy="471597"/>
            <a:chOff x="110537" y="4386695"/>
            <a:chExt cx="2458936" cy="471597"/>
          </a:xfrm>
        </p:grpSpPr>
        <p:sp>
          <p:nvSpPr>
            <p:cNvPr id="31" name="Google Shape;216;p27">
              <a:extLst>
                <a:ext uri="{FF2B5EF4-FFF2-40B4-BE49-F238E27FC236}">
                  <a16:creationId xmlns:a16="http://schemas.microsoft.com/office/drawing/2014/main" id="{89E53633-66FA-DBA9-8B81-12B6AC042224}"/>
                </a:ext>
              </a:extLst>
            </p:cNvPr>
            <p:cNvSpPr txBox="1"/>
            <p:nvPr/>
          </p:nvSpPr>
          <p:spPr>
            <a:xfrm>
              <a:off x="645573" y="4386695"/>
              <a:ext cx="1923900" cy="471597"/>
            </a:xfrm>
            <a:prstGeom prst="rect">
              <a:avLst/>
            </a:prstGeom>
            <a:noFill/>
            <a:ln>
              <a:noFill/>
            </a:ln>
          </p:spPr>
          <p:txBody>
            <a:bodyPr spcFirstLastPara="1" wrap="square" lIns="64700" tIns="32350" rIns="64700" bIns="32350" anchor="t" anchorCtr="0">
              <a:spAutoFit/>
            </a:bodyPr>
            <a:lstStyle/>
            <a:p>
              <a:pPr marL="0" marR="0" lvl="0" indent="0" algn="l" rtl="0">
                <a:spcBef>
                  <a:spcPts val="0"/>
                </a:spcBef>
                <a:spcAft>
                  <a:spcPts val="0"/>
                </a:spcAft>
                <a:buNone/>
              </a:pPr>
              <a:r>
                <a:rPr lang="en" sz="1320" dirty="0">
                  <a:solidFill>
                    <a:schemeClr val="dk1"/>
                  </a:solidFill>
                  <a:latin typeface="Arial"/>
                  <a:ea typeface="Arial"/>
                  <a:cs typeface="Arial"/>
                  <a:sym typeface="Arial"/>
                </a:rPr>
                <a:t>Raw </a:t>
              </a:r>
            </a:p>
            <a:p>
              <a:pPr marL="0" marR="0" lvl="0" indent="0" algn="l" rtl="0">
                <a:spcBef>
                  <a:spcPts val="0"/>
                </a:spcBef>
                <a:spcAft>
                  <a:spcPts val="0"/>
                </a:spcAft>
                <a:buNone/>
              </a:pPr>
              <a:r>
                <a:rPr lang="en" sz="1320" dirty="0">
                  <a:solidFill>
                    <a:schemeClr val="dk1"/>
                  </a:solidFill>
                  <a:latin typeface="Arial"/>
                  <a:ea typeface="Arial"/>
                  <a:cs typeface="Arial"/>
                  <a:sym typeface="Arial"/>
                </a:rPr>
                <a:t>observations</a:t>
              </a:r>
            </a:p>
          </p:txBody>
        </p:sp>
        <p:sp>
          <p:nvSpPr>
            <p:cNvPr id="32" name="Google Shape;219;p27">
              <a:extLst>
                <a:ext uri="{FF2B5EF4-FFF2-40B4-BE49-F238E27FC236}">
                  <a16:creationId xmlns:a16="http://schemas.microsoft.com/office/drawing/2014/main" id="{D10E8486-2132-3A09-7860-3CCAC42F94F9}"/>
                </a:ext>
              </a:extLst>
            </p:cNvPr>
            <p:cNvSpPr/>
            <p:nvPr/>
          </p:nvSpPr>
          <p:spPr>
            <a:xfrm>
              <a:off x="110537" y="4392478"/>
              <a:ext cx="457500" cy="457500"/>
            </a:xfrm>
            <a:prstGeom prst="ellipse">
              <a:avLst/>
            </a:prstGeom>
            <a:solidFill>
              <a:srgbClr val="92D050"/>
            </a:solidFill>
            <a:ln w="17975" cap="flat" cmpd="sng">
              <a:solidFill>
                <a:srgbClr val="082836"/>
              </a:solidFill>
              <a:prstDash val="solid"/>
              <a:miter lim="800000"/>
              <a:headEnd type="none" w="sm" len="sm"/>
              <a:tailEnd type="none" w="sm" len="sm"/>
            </a:ln>
          </p:spPr>
          <p:txBody>
            <a:bodyPr spcFirstLastPara="1" wrap="square" lIns="64700" tIns="32350" rIns="64700" bIns="32350" anchor="ctr" anchorCtr="0">
              <a:noAutofit/>
            </a:bodyPr>
            <a:lstStyle/>
            <a:p>
              <a:pPr marL="0" marR="0" lvl="0" indent="0" algn="ctr" rtl="0">
                <a:spcBef>
                  <a:spcPts val="0"/>
                </a:spcBef>
                <a:spcAft>
                  <a:spcPts val="0"/>
                </a:spcAft>
                <a:buNone/>
              </a:pPr>
              <a:endParaRPr sz="1320" dirty="0">
                <a:solidFill>
                  <a:schemeClr val="lt1"/>
                </a:solidFill>
                <a:latin typeface="Arial"/>
                <a:ea typeface="Arial"/>
                <a:cs typeface="Arial"/>
                <a:sym typeface="Arial"/>
              </a:endParaRPr>
            </a:p>
          </p:txBody>
        </p:sp>
      </p:grpSp>
      <p:grpSp>
        <p:nvGrpSpPr>
          <p:cNvPr id="41" name="Group 40">
            <a:extLst>
              <a:ext uri="{FF2B5EF4-FFF2-40B4-BE49-F238E27FC236}">
                <a16:creationId xmlns:a16="http://schemas.microsoft.com/office/drawing/2014/main" id="{8F12ABE8-1633-DE8C-289C-D7CDAC53E4A6}"/>
              </a:ext>
            </a:extLst>
          </p:cNvPr>
          <p:cNvGrpSpPr/>
          <p:nvPr/>
        </p:nvGrpSpPr>
        <p:grpSpPr>
          <a:xfrm>
            <a:off x="-452354" y="-1484551"/>
            <a:ext cx="9494536" cy="1472053"/>
            <a:chOff x="-452354" y="862745"/>
            <a:chExt cx="9494536" cy="1472053"/>
          </a:xfrm>
        </p:grpSpPr>
        <p:sp>
          <p:nvSpPr>
            <p:cNvPr id="42" name="Google Shape;204;p27">
              <a:extLst>
                <a:ext uri="{FF2B5EF4-FFF2-40B4-BE49-F238E27FC236}">
                  <a16:creationId xmlns:a16="http://schemas.microsoft.com/office/drawing/2014/main" id="{C623CF4E-9FDA-6F6C-4241-4B48398B04BF}"/>
                </a:ext>
              </a:extLst>
            </p:cNvPr>
            <p:cNvSpPr/>
            <p:nvPr/>
          </p:nvSpPr>
          <p:spPr>
            <a:xfrm>
              <a:off x="818147" y="862745"/>
              <a:ext cx="8224035" cy="1472053"/>
            </a:xfrm>
            <a:prstGeom prst="rect">
              <a:avLst/>
            </a:prstGeom>
            <a:solidFill>
              <a:srgbClr val="BEF2C7">
                <a:alpha val="31760"/>
              </a:srgbClr>
            </a:solidFill>
            <a:ln w="17975" cap="flat" cmpd="sng">
              <a:solidFill>
                <a:srgbClr val="082836"/>
              </a:solidFill>
              <a:prstDash val="solid"/>
              <a:miter lim="800000"/>
              <a:headEnd type="none" w="sm" len="sm"/>
              <a:tailEnd type="none" w="sm" len="sm"/>
            </a:ln>
          </p:spPr>
          <p:txBody>
            <a:bodyPr spcFirstLastPara="1" wrap="square" lIns="64700" tIns="32350" rIns="64700" bIns="32350" anchor="t" anchorCtr="0">
              <a:noAutofit/>
            </a:bodyPr>
            <a:lstStyle/>
            <a:p>
              <a:pPr marL="0" marR="0" lvl="0" indent="0" algn="l" rtl="0">
                <a:spcBef>
                  <a:spcPts val="0"/>
                </a:spcBef>
                <a:spcAft>
                  <a:spcPts val="0"/>
                </a:spcAft>
                <a:buNone/>
              </a:pPr>
              <a:r>
                <a:rPr lang="en" sz="1320" b="0" i="0" u="none" strike="noStrike" cap="none" dirty="0">
                  <a:solidFill>
                    <a:schemeClr val="dk1"/>
                  </a:solidFill>
                  <a:latin typeface="Arial"/>
                  <a:ea typeface="Arial"/>
                  <a:cs typeface="Arial"/>
                  <a:sym typeface="Arial"/>
                </a:rPr>
                <a:t>7-observation moving window:</a:t>
              </a:r>
              <a:endParaRPr sz="1037" dirty="0"/>
            </a:p>
          </p:txBody>
        </p:sp>
        <p:sp>
          <p:nvSpPr>
            <p:cNvPr id="43" name="Google Shape;205;p27">
              <a:extLst>
                <a:ext uri="{FF2B5EF4-FFF2-40B4-BE49-F238E27FC236}">
                  <a16:creationId xmlns:a16="http://schemas.microsoft.com/office/drawing/2014/main" id="{AB61ADBD-4903-13FA-1BC9-87DBF399B48E}"/>
                </a:ext>
              </a:extLst>
            </p:cNvPr>
            <p:cNvSpPr/>
            <p:nvPr/>
          </p:nvSpPr>
          <p:spPr>
            <a:xfrm>
              <a:off x="821909" y="1221856"/>
              <a:ext cx="631500" cy="631500"/>
            </a:xfrm>
            <a:prstGeom prst="ellipse">
              <a:avLst/>
            </a:prstGeom>
            <a:solidFill>
              <a:srgbClr val="92D050"/>
            </a:solidFill>
            <a:ln w="15425" cap="flat" cmpd="sng">
              <a:solidFill>
                <a:srgbClr val="082836"/>
              </a:solidFill>
              <a:prstDash val="solid"/>
              <a:miter lim="800000"/>
              <a:headEnd type="none" w="sm" len="sm"/>
              <a:tailEnd type="none" w="sm" len="sm"/>
            </a:ln>
          </p:spPr>
          <p:txBody>
            <a:bodyPr spcFirstLastPara="1" wrap="square" lIns="55550" tIns="27775" rIns="55550" bIns="27775" anchor="ctr" anchorCtr="0">
              <a:noAutofit/>
            </a:bodyPr>
            <a:lstStyle/>
            <a:p>
              <a:pPr marL="0" marR="0" lvl="0" indent="0" algn="ctr" rtl="0">
                <a:spcBef>
                  <a:spcPts val="0"/>
                </a:spcBef>
                <a:spcAft>
                  <a:spcPts val="0"/>
                </a:spcAft>
                <a:buNone/>
              </a:pPr>
              <a:endParaRPr sz="1134" dirty="0">
                <a:solidFill>
                  <a:schemeClr val="lt1"/>
                </a:solidFill>
                <a:latin typeface="Arial"/>
                <a:ea typeface="Arial"/>
                <a:cs typeface="Arial"/>
                <a:sym typeface="Arial"/>
              </a:endParaRPr>
            </a:p>
          </p:txBody>
        </p:sp>
        <p:sp>
          <p:nvSpPr>
            <p:cNvPr id="44" name="Google Shape;206;p27">
              <a:extLst>
                <a:ext uri="{FF2B5EF4-FFF2-40B4-BE49-F238E27FC236}">
                  <a16:creationId xmlns:a16="http://schemas.microsoft.com/office/drawing/2014/main" id="{EA4FD011-F9CC-3580-2D2F-B1B7A9A0DAFD}"/>
                </a:ext>
              </a:extLst>
            </p:cNvPr>
            <p:cNvSpPr/>
            <p:nvPr/>
          </p:nvSpPr>
          <p:spPr>
            <a:xfrm>
              <a:off x="2100002" y="1221884"/>
              <a:ext cx="631500" cy="631500"/>
            </a:xfrm>
            <a:prstGeom prst="ellipse">
              <a:avLst/>
            </a:prstGeom>
            <a:solidFill>
              <a:srgbClr val="92D050"/>
            </a:solidFill>
            <a:ln w="15425" cap="flat" cmpd="sng">
              <a:solidFill>
                <a:srgbClr val="082836"/>
              </a:solidFill>
              <a:prstDash val="solid"/>
              <a:miter lim="800000"/>
              <a:headEnd type="none" w="sm" len="sm"/>
              <a:tailEnd type="none" w="sm" len="sm"/>
            </a:ln>
          </p:spPr>
          <p:txBody>
            <a:bodyPr spcFirstLastPara="1" wrap="square" lIns="55550" tIns="27775" rIns="55550" bIns="27775" anchor="ctr" anchorCtr="0">
              <a:noAutofit/>
            </a:bodyPr>
            <a:lstStyle/>
            <a:p>
              <a:pPr marL="0" marR="0" lvl="0" indent="0" algn="ctr" rtl="0">
                <a:spcBef>
                  <a:spcPts val="0"/>
                </a:spcBef>
                <a:spcAft>
                  <a:spcPts val="0"/>
                </a:spcAft>
                <a:buNone/>
              </a:pPr>
              <a:endParaRPr sz="1134" dirty="0">
                <a:solidFill>
                  <a:schemeClr val="lt1"/>
                </a:solidFill>
                <a:latin typeface="Arial"/>
                <a:ea typeface="Arial"/>
                <a:cs typeface="Arial"/>
                <a:sym typeface="Arial"/>
              </a:endParaRPr>
            </a:p>
          </p:txBody>
        </p:sp>
        <p:sp>
          <p:nvSpPr>
            <p:cNvPr id="45" name="Google Shape;207;p27">
              <a:extLst>
                <a:ext uri="{FF2B5EF4-FFF2-40B4-BE49-F238E27FC236}">
                  <a16:creationId xmlns:a16="http://schemas.microsoft.com/office/drawing/2014/main" id="{42C5BC52-AD16-8333-6860-3AFC03D449DE}"/>
                </a:ext>
              </a:extLst>
            </p:cNvPr>
            <p:cNvSpPr/>
            <p:nvPr/>
          </p:nvSpPr>
          <p:spPr>
            <a:xfrm>
              <a:off x="3398463" y="1221884"/>
              <a:ext cx="631500" cy="631500"/>
            </a:xfrm>
            <a:prstGeom prst="ellipse">
              <a:avLst/>
            </a:prstGeom>
            <a:solidFill>
              <a:srgbClr val="92D050"/>
            </a:solidFill>
            <a:ln w="15425" cap="flat" cmpd="sng">
              <a:solidFill>
                <a:srgbClr val="082836"/>
              </a:solidFill>
              <a:prstDash val="solid"/>
              <a:miter lim="800000"/>
              <a:headEnd type="none" w="sm" len="sm"/>
              <a:tailEnd type="none" w="sm" len="sm"/>
            </a:ln>
          </p:spPr>
          <p:txBody>
            <a:bodyPr spcFirstLastPara="1" wrap="square" lIns="55550" tIns="27775" rIns="55550" bIns="27775" anchor="ctr" anchorCtr="0">
              <a:noAutofit/>
            </a:bodyPr>
            <a:lstStyle/>
            <a:p>
              <a:pPr marL="0" marR="0" lvl="0" indent="0" algn="ctr" rtl="0">
                <a:spcBef>
                  <a:spcPts val="0"/>
                </a:spcBef>
                <a:spcAft>
                  <a:spcPts val="0"/>
                </a:spcAft>
                <a:buNone/>
              </a:pPr>
              <a:endParaRPr sz="1134" dirty="0">
                <a:solidFill>
                  <a:schemeClr val="lt1"/>
                </a:solidFill>
                <a:latin typeface="Arial"/>
                <a:ea typeface="Arial"/>
                <a:cs typeface="Arial"/>
                <a:sym typeface="Arial"/>
              </a:endParaRPr>
            </a:p>
          </p:txBody>
        </p:sp>
        <p:sp>
          <p:nvSpPr>
            <p:cNvPr id="46" name="Google Shape;208;p27">
              <a:extLst>
                <a:ext uri="{FF2B5EF4-FFF2-40B4-BE49-F238E27FC236}">
                  <a16:creationId xmlns:a16="http://schemas.microsoft.com/office/drawing/2014/main" id="{6C544A9A-726D-7BB1-7FAC-39A12E586FBB}"/>
                </a:ext>
              </a:extLst>
            </p:cNvPr>
            <p:cNvSpPr/>
            <p:nvPr/>
          </p:nvSpPr>
          <p:spPr>
            <a:xfrm>
              <a:off x="4047694" y="1221884"/>
              <a:ext cx="631500" cy="631500"/>
            </a:xfrm>
            <a:prstGeom prst="ellipse">
              <a:avLst/>
            </a:prstGeom>
            <a:solidFill>
              <a:srgbClr val="92D050"/>
            </a:solidFill>
            <a:ln w="15425" cap="flat" cmpd="sng">
              <a:solidFill>
                <a:srgbClr val="082836"/>
              </a:solidFill>
              <a:prstDash val="solid"/>
              <a:miter lim="800000"/>
              <a:headEnd type="none" w="sm" len="sm"/>
              <a:tailEnd type="none" w="sm" len="sm"/>
            </a:ln>
          </p:spPr>
          <p:txBody>
            <a:bodyPr spcFirstLastPara="1" wrap="square" lIns="55550" tIns="27775" rIns="55550" bIns="27775" anchor="ctr" anchorCtr="0">
              <a:noAutofit/>
            </a:bodyPr>
            <a:lstStyle/>
            <a:p>
              <a:pPr marL="0" marR="0" lvl="0" indent="0" algn="ctr" rtl="0">
                <a:spcBef>
                  <a:spcPts val="0"/>
                </a:spcBef>
                <a:spcAft>
                  <a:spcPts val="0"/>
                </a:spcAft>
                <a:buNone/>
              </a:pPr>
              <a:endParaRPr sz="1134" dirty="0">
                <a:solidFill>
                  <a:schemeClr val="lt1"/>
                </a:solidFill>
                <a:latin typeface="Arial"/>
                <a:ea typeface="Arial"/>
                <a:cs typeface="Arial"/>
                <a:sym typeface="Arial"/>
              </a:endParaRPr>
            </a:p>
          </p:txBody>
        </p:sp>
        <p:sp>
          <p:nvSpPr>
            <p:cNvPr id="47" name="Google Shape;209;p27">
              <a:extLst>
                <a:ext uri="{FF2B5EF4-FFF2-40B4-BE49-F238E27FC236}">
                  <a16:creationId xmlns:a16="http://schemas.microsoft.com/office/drawing/2014/main" id="{955A0016-BB6D-91F5-7330-E5A8CD91A2E9}"/>
                </a:ext>
              </a:extLst>
            </p:cNvPr>
            <p:cNvSpPr/>
            <p:nvPr/>
          </p:nvSpPr>
          <p:spPr>
            <a:xfrm>
              <a:off x="5346154" y="1235201"/>
              <a:ext cx="631500" cy="631500"/>
            </a:xfrm>
            <a:prstGeom prst="ellipse">
              <a:avLst/>
            </a:prstGeom>
            <a:solidFill>
              <a:srgbClr val="92D050"/>
            </a:solidFill>
            <a:ln w="15425" cap="flat" cmpd="sng">
              <a:solidFill>
                <a:srgbClr val="082836"/>
              </a:solidFill>
              <a:prstDash val="solid"/>
              <a:miter lim="800000"/>
              <a:headEnd type="none" w="sm" len="sm"/>
              <a:tailEnd type="none" w="sm" len="sm"/>
            </a:ln>
          </p:spPr>
          <p:txBody>
            <a:bodyPr spcFirstLastPara="1" wrap="square" lIns="55550" tIns="27775" rIns="55550" bIns="27775" anchor="ctr" anchorCtr="0">
              <a:noAutofit/>
            </a:bodyPr>
            <a:lstStyle/>
            <a:p>
              <a:pPr marL="0" marR="0" lvl="0" indent="0" algn="ctr" rtl="0">
                <a:spcBef>
                  <a:spcPts val="0"/>
                </a:spcBef>
                <a:spcAft>
                  <a:spcPts val="0"/>
                </a:spcAft>
                <a:buNone/>
              </a:pPr>
              <a:endParaRPr sz="1134" dirty="0">
                <a:solidFill>
                  <a:schemeClr val="lt1"/>
                </a:solidFill>
                <a:latin typeface="Arial"/>
                <a:ea typeface="Arial"/>
                <a:cs typeface="Arial"/>
                <a:sym typeface="Arial"/>
              </a:endParaRPr>
            </a:p>
          </p:txBody>
        </p:sp>
        <p:sp>
          <p:nvSpPr>
            <p:cNvPr id="48" name="Google Shape;210;p27">
              <a:extLst>
                <a:ext uri="{FF2B5EF4-FFF2-40B4-BE49-F238E27FC236}">
                  <a16:creationId xmlns:a16="http://schemas.microsoft.com/office/drawing/2014/main" id="{C1F5B3B1-C0D8-D228-B5A4-F205D759688C}"/>
                </a:ext>
              </a:extLst>
            </p:cNvPr>
            <p:cNvSpPr/>
            <p:nvPr/>
          </p:nvSpPr>
          <p:spPr>
            <a:xfrm>
              <a:off x="7293844" y="1221884"/>
              <a:ext cx="631500" cy="631500"/>
            </a:xfrm>
            <a:prstGeom prst="ellipse">
              <a:avLst/>
            </a:prstGeom>
            <a:solidFill>
              <a:srgbClr val="92D050"/>
            </a:solidFill>
            <a:ln w="15425" cap="flat" cmpd="sng">
              <a:solidFill>
                <a:srgbClr val="082836"/>
              </a:solidFill>
              <a:prstDash val="solid"/>
              <a:miter lim="800000"/>
              <a:headEnd type="none" w="sm" len="sm"/>
              <a:tailEnd type="none" w="sm" len="sm"/>
            </a:ln>
          </p:spPr>
          <p:txBody>
            <a:bodyPr spcFirstLastPara="1" wrap="square" lIns="55550" tIns="27775" rIns="55550" bIns="27775" anchor="ctr" anchorCtr="0">
              <a:noAutofit/>
            </a:bodyPr>
            <a:lstStyle/>
            <a:p>
              <a:pPr marL="0" marR="0" lvl="0" indent="0" algn="ctr" rtl="0">
                <a:spcBef>
                  <a:spcPts val="0"/>
                </a:spcBef>
                <a:spcAft>
                  <a:spcPts val="0"/>
                </a:spcAft>
                <a:buNone/>
              </a:pPr>
              <a:endParaRPr sz="1134" dirty="0">
                <a:solidFill>
                  <a:schemeClr val="lt1"/>
                </a:solidFill>
                <a:latin typeface="Arial"/>
                <a:ea typeface="Arial"/>
                <a:cs typeface="Arial"/>
                <a:sym typeface="Arial"/>
              </a:endParaRPr>
            </a:p>
          </p:txBody>
        </p:sp>
        <p:sp>
          <p:nvSpPr>
            <p:cNvPr id="49" name="Google Shape;211;p27">
              <a:extLst>
                <a:ext uri="{FF2B5EF4-FFF2-40B4-BE49-F238E27FC236}">
                  <a16:creationId xmlns:a16="http://schemas.microsoft.com/office/drawing/2014/main" id="{5CAD43C9-5729-2D7A-ADC1-2B68846C2285}"/>
                </a:ext>
              </a:extLst>
            </p:cNvPr>
            <p:cNvSpPr/>
            <p:nvPr/>
          </p:nvSpPr>
          <p:spPr>
            <a:xfrm>
              <a:off x="172679" y="1221856"/>
              <a:ext cx="631500" cy="631500"/>
            </a:xfrm>
            <a:prstGeom prst="ellipse">
              <a:avLst/>
            </a:prstGeom>
            <a:solidFill>
              <a:schemeClr val="accent1"/>
            </a:solidFill>
            <a:ln w="15425" cap="flat" cmpd="sng">
              <a:solidFill>
                <a:srgbClr val="082836"/>
              </a:solidFill>
              <a:prstDash val="solid"/>
              <a:miter lim="800000"/>
              <a:headEnd type="none" w="sm" len="sm"/>
              <a:tailEnd type="none" w="sm" len="sm"/>
            </a:ln>
          </p:spPr>
          <p:txBody>
            <a:bodyPr spcFirstLastPara="1" wrap="square" lIns="55550" tIns="27775" rIns="55550" bIns="27775" anchor="ctr" anchorCtr="0">
              <a:noAutofit/>
            </a:bodyPr>
            <a:lstStyle/>
            <a:p>
              <a:pPr marL="0" marR="0" lvl="0" indent="0" algn="ctr" rtl="0">
                <a:spcBef>
                  <a:spcPts val="0"/>
                </a:spcBef>
                <a:spcAft>
                  <a:spcPts val="0"/>
                </a:spcAft>
                <a:buNone/>
              </a:pPr>
              <a:r>
                <a:rPr lang="en-US" sz="1134" dirty="0">
                  <a:solidFill>
                    <a:schemeClr val="lt1"/>
                  </a:solidFill>
                  <a:latin typeface="Arial"/>
                  <a:ea typeface="Arial"/>
                  <a:cs typeface="Arial"/>
                  <a:sym typeface="Arial"/>
                </a:rPr>
                <a:t>L2</a:t>
              </a:r>
              <a:endParaRPr sz="1134" dirty="0">
                <a:solidFill>
                  <a:schemeClr val="lt1"/>
                </a:solidFill>
                <a:latin typeface="Arial"/>
                <a:ea typeface="Arial"/>
                <a:cs typeface="Arial"/>
                <a:sym typeface="Arial"/>
              </a:endParaRPr>
            </a:p>
          </p:txBody>
        </p:sp>
        <p:sp>
          <p:nvSpPr>
            <p:cNvPr id="50" name="Google Shape;212;p27">
              <a:extLst>
                <a:ext uri="{FF2B5EF4-FFF2-40B4-BE49-F238E27FC236}">
                  <a16:creationId xmlns:a16="http://schemas.microsoft.com/office/drawing/2014/main" id="{1D776B31-50E7-C97C-3DB3-9CF6C02FA40F}"/>
                </a:ext>
              </a:extLst>
            </p:cNvPr>
            <p:cNvSpPr/>
            <p:nvPr/>
          </p:nvSpPr>
          <p:spPr>
            <a:xfrm>
              <a:off x="5995383" y="1221884"/>
              <a:ext cx="631500" cy="631500"/>
            </a:xfrm>
            <a:prstGeom prst="ellipse">
              <a:avLst/>
            </a:prstGeom>
            <a:noFill/>
            <a:ln w="15425" cap="flat" cmpd="sng">
              <a:solidFill>
                <a:srgbClr val="082836"/>
              </a:solidFill>
              <a:prstDash val="dash"/>
              <a:miter lim="800000"/>
              <a:headEnd type="none" w="sm" len="sm"/>
              <a:tailEnd type="none" w="sm" len="sm"/>
            </a:ln>
          </p:spPr>
          <p:txBody>
            <a:bodyPr spcFirstLastPara="1" wrap="square" lIns="55550" tIns="27775" rIns="55550" bIns="27775" anchor="ctr" anchorCtr="0">
              <a:noAutofit/>
            </a:bodyPr>
            <a:lstStyle/>
            <a:p>
              <a:pPr marL="0" marR="0" lvl="0" indent="0" algn="ctr" rtl="0">
                <a:spcBef>
                  <a:spcPts val="0"/>
                </a:spcBef>
                <a:spcAft>
                  <a:spcPts val="0"/>
                </a:spcAft>
                <a:buNone/>
              </a:pPr>
              <a:r>
                <a:rPr lang="en" sz="1701" dirty="0">
                  <a:solidFill>
                    <a:schemeClr val="dk1"/>
                  </a:solidFill>
                  <a:latin typeface="Arial"/>
                  <a:ea typeface="Arial"/>
                  <a:cs typeface="Arial"/>
                  <a:sym typeface="Arial"/>
                </a:rPr>
                <a:t>-</a:t>
              </a:r>
              <a:endParaRPr sz="891" dirty="0"/>
            </a:p>
          </p:txBody>
        </p:sp>
        <p:sp>
          <p:nvSpPr>
            <p:cNvPr id="51" name="Google Shape;213;p27">
              <a:extLst>
                <a:ext uri="{FF2B5EF4-FFF2-40B4-BE49-F238E27FC236}">
                  <a16:creationId xmlns:a16="http://schemas.microsoft.com/office/drawing/2014/main" id="{D5BB9599-C65A-0DAA-D8DC-FF40A4F2A305}"/>
                </a:ext>
              </a:extLst>
            </p:cNvPr>
            <p:cNvSpPr/>
            <p:nvPr/>
          </p:nvSpPr>
          <p:spPr>
            <a:xfrm>
              <a:off x="6644613" y="1212370"/>
              <a:ext cx="631500" cy="631500"/>
            </a:xfrm>
            <a:prstGeom prst="ellipse">
              <a:avLst/>
            </a:prstGeom>
            <a:noFill/>
            <a:ln w="15425" cap="flat" cmpd="sng">
              <a:solidFill>
                <a:srgbClr val="082836"/>
              </a:solidFill>
              <a:prstDash val="dash"/>
              <a:miter lim="800000"/>
              <a:headEnd type="none" w="sm" len="sm"/>
              <a:tailEnd type="none" w="sm" len="sm"/>
            </a:ln>
          </p:spPr>
          <p:txBody>
            <a:bodyPr spcFirstLastPara="1" wrap="square" lIns="55550" tIns="27775" rIns="55550" bIns="27775" anchor="ctr" anchorCtr="0">
              <a:noAutofit/>
            </a:bodyPr>
            <a:lstStyle/>
            <a:p>
              <a:pPr marL="0" marR="0" lvl="0" indent="0" algn="ctr" rtl="0">
                <a:spcBef>
                  <a:spcPts val="0"/>
                </a:spcBef>
                <a:spcAft>
                  <a:spcPts val="0"/>
                </a:spcAft>
                <a:buNone/>
              </a:pPr>
              <a:r>
                <a:rPr lang="en" sz="1701" dirty="0">
                  <a:solidFill>
                    <a:schemeClr val="dk1"/>
                  </a:solidFill>
                  <a:latin typeface="Arial"/>
                  <a:ea typeface="Arial"/>
                  <a:cs typeface="Arial"/>
                  <a:sym typeface="Arial"/>
                </a:rPr>
                <a:t>-</a:t>
              </a:r>
              <a:endParaRPr sz="891" dirty="0"/>
            </a:p>
          </p:txBody>
        </p:sp>
        <p:sp>
          <p:nvSpPr>
            <p:cNvPr id="53" name="Google Shape;215;p27">
              <a:extLst>
                <a:ext uri="{FF2B5EF4-FFF2-40B4-BE49-F238E27FC236}">
                  <a16:creationId xmlns:a16="http://schemas.microsoft.com/office/drawing/2014/main" id="{890B5586-F4A3-7FBD-0E37-4511F67D5735}"/>
                </a:ext>
              </a:extLst>
            </p:cNvPr>
            <p:cNvSpPr/>
            <p:nvPr/>
          </p:nvSpPr>
          <p:spPr>
            <a:xfrm>
              <a:off x="4696924" y="1235201"/>
              <a:ext cx="631500" cy="631500"/>
            </a:xfrm>
            <a:prstGeom prst="ellipse">
              <a:avLst/>
            </a:prstGeom>
            <a:noFill/>
            <a:ln w="15425" cap="flat" cmpd="sng">
              <a:solidFill>
                <a:srgbClr val="082836"/>
              </a:solidFill>
              <a:prstDash val="dash"/>
              <a:miter lim="800000"/>
              <a:headEnd type="none" w="sm" len="sm"/>
              <a:tailEnd type="none" w="sm" len="sm"/>
            </a:ln>
          </p:spPr>
          <p:txBody>
            <a:bodyPr spcFirstLastPara="1" wrap="square" lIns="55550" tIns="27775" rIns="55550" bIns="27775" anchor="ctr" anchorCtr="0">
              <a:noAutofit/>
            </a:bodyPr>
            <a:lstStyle/>
            <a:p>
              <a:pPr marL="0" marR="0" lvl="0" indent="0" algn="ctr" rtl="0">
                <a:spcBef>
                  <a:spcPts val="0"/>
                </a:spcBef>
                <a:spcAft>
                  <a:spcPts val="0"/>
                </a:spcAft>
                <a:buNone/>
              </a:pPr>
              <a:r>
                <a:rPr lang="en" sz="1701">
                  <a:solidFill>
                    <a:schemeClr val="dk1"/>
                  </a:solidFill>
                  <a:latin typeface="Arial"/>
                  <a:ea typeface="Arial"/>
                  <a:cs typeface="Arial"/>
                  <a:sym typeface="Arial"/>
                </a:rPr>
                <a:t>-</a:t>
              </a:r>
              <a:endParaRPr sz="891"/>
            </a:p>
          </p:txBody>
        </p:sp>
        <p:sp>
          <p:nvSpPr>
            <p:cNvPr id="54" name="Google Shape;215;p27">
              <a:extLst>
                <a:ext uri="{FF2B5EF4-FFF2-40B4-BE49-F238E27FC236}">
                  <a16:creationId xmlns:a16="http://schemas.microsoft.com/office/drawing/2014/main" id="{B9DF993E-510B-8686-EF68-CE95090F6205}"/>
                </a:ext>
              </a:extLst>
            </p:cNvPr>
            <p:cNvSpPr/>
            <p:nvPr/>
          </p:nvSpPr>
          <p:spPr>
            <a:xfrm>
              <a:off x="7925344" y="1212370"/>
              <a:ext cx="631500" cy="631500"/>
            </a:xfrm>
            <a:prstGeom prst="ellipse">
              <a:avLst/>
            </a:prstGeom>
            <a:noFill/>
            <a:ln w="15425" cap="flat" cmpd="sng">
              <a:solidFill>
                <a:srgbClr val="082836"/>
              </a:solidFill>
              <a:prstDash val="dash"/>
              <a:miter lim="800000"/>
              <a:headEnd type="none" w="sm" len="sm"/>
              <a:tailEnd type="none" w="sm" len="sm"/>
            </a:ln>
          </p:spPr>
          <p:txBody>
            <a:bodyPr spcFirstLastPara="1" wrap="square" lIns="55550" tIns="27775" rIns="55550" bIns="27775" anchor="ctr" anchorCtr="0">
              <a:noAutofit/>
            </a:bodyPr>
            <a:lstStyle/>
            <a:p>
              <a:pPr marL="0" marR="0" lvl="0" indent="0" algn="ctr" rtl="0">
                <a:spcBef>
                  <a:spcPts val="0"/>
                </a:spcBef>
                <a:spcAft>
                  <a:spcPts val="0"/>
                </a:spcAft>
                <a:buNone/>
              </a:pPr>
              <a:r>
                <a:rPr lang="en" sz="1701" dirty="0">
                  <a:solidFill>
                    <a:schemeClr val="dk1"/>
                  </a:solidFill>
                  <a:latin typeface="Arial"/>
                  <a:ea typeface="Arial"/>
                  <a:cs typeface="Arial"/>
                  <a:sym typeface="Arial"/>
                </a:rPr>
                <a:t>-</a:t>
              </a:r>
              <a:endParaRPr sz="891" dirty="0"/>
            </a:p>
          </p:txBody>
        </p:sp>
        <p:sp>
          <p:nvSpPr>
            <p:cNvPr id="55" name="Google Shape;218;p27">
              <a:extLst>
                <a:ext uri="{FF2B5EF4-FFF2-40B4-BE49-F238E27FC236}">
                  <a16:creationId xmlns:a16="http://schemas.microsoft.com/office/drawing/2014/main" id="{25219D21-89C8-4554-5810-78639EBE3A1C}"/>
                </a:ext>
              </a:extLst>
            </p:cNvPr>
            <p:cNvSpPr txBox="1"/>
            <p:nvPr/>
          </p:nvSpPr>
          <p:spPr>
            <a:xfrm>
              <a:off x="8382403" y="894005"/>
              <a:ext cx="637917" cy="268464"/>
            </a:xfrm>
            <a:prstGeom prst="rect">
              <a:avLst/>
            </a:prstGeom>
            <a:noFill/>
            <a:ln>
              <a:noFill/>
            </a:ln>
          </p:spPr>
          <p:txBody>
            <a:bodyPr spcFirstLastPara="1" wrap="square" lIns="64700" tIns="32350" rIns="64700" bIns="32350" anchor="t" anchorCtr="0">
              <a:spAutoFit/>
            </a:bodyPr>
            <a:lstStyle/>
            <a:p>
              <a:pPr marL="0" marR="0" lvl="0" indent="0" algn="ctr" rtl="0">
                <a:spcBef>
                  <a:spcPts val="0"/>
                </a:spcBef>
                <a:spcAft>
                  <a:spcPts val="0"/>
                </a:spcAft>
                <a:buNone/>
              </a:pPr>
              <a:r>
                <a:rPr lang="en" sz="1320" dirty="0">
                  <a:solidFill>
                    <a:schemeClr val="dk1"/>
                  </a:solidFill>
                  <a:latin typeface="Arial"/>
                  <a:ea typeface="Arial"/>
                  <a:cs typeface="Arial"/>
                  <a:sym typeface="Arial"/>
                </a:rPr>
                <a:t>Today</a:t>
              </a:r>
              <a:endParaRPr sz="1037" dirty="0"/>
            </a:p>
          </p:txBody>
        </p:sp>
        <p:cxnSp>
          <p:nvCxnSpPr>
            <p:cNvPr id="56" name="Straight Connector 55">
              <a:extLst>
                <a:ext uri="{FF2B5EF4-FFF2-40B4-BE49-F238E27FC236}">
                  <a16:creationId xmlns:a16="http://schemas.microsoft.com/office/drawing/2014/main" id="{65B2C494-3F92-6D52-D2C5-AC7B7782AD21}"/>
                </a:ext>
              </a:extLst>
            </p:cNvPr>
            <p:cNvCxnSpPr>
              <a:cxnSpLocks/>
            </p:cNvCxnSpPr>
            <p:nvPr/>
          </p:nvCxnSpPr>
          <p:spPr>
            <a:xfrm>
              <a:off x="8701362" y="1212370"/>
              <a:ext cx="0" cy="631500"/>
            </a:xfrm>
            <a:prstGeom prst="line">
              <a:avLst/>
            </a:prstGeom>
            <a:ln w="38100"/>
          </p:spPr>
          <p:style>
            <a:lnRef idx="1">
              <a:schemeClr val="dk1"/>
            </a:lnRef>
            <a:fillRef idx="0">
              <a:schemeClr val="dk1"/>
            </a:fillRef>
            <a:effectRef idx="0">
              <a:schemeClr val="dk1"/>
            </a:effectRef>
            <a:fontRef idx="minor">
              <a:schemeClr val="tx1"/>
            </a:fontRef>
          </p:style>
        </p:cxnSp>
        <p:sp>
          <p:nvSpPr>
            <p:cNvPr id="57" name="Google Shape;214;p27">
              <a:extLst>
                <a:ext uri="{FF2B5EF4-FFF2-40B4-BE49-F238E27FC236}">
                  <a16:creationId xmlns:a16="http://schemas.microsoft.com/office/drawing/2014/main" id="{F53D4D77-0340-EF46-CCEF-432DFCB7AB78}"/>
                </a:ext>
              </a:extLst>
            </p:cNvPr>
            <p:cNvSpPr/>
            <p:nvPr/>
          </p:nvSpPr>
          <p:spPr>
            <a:xfrm>
              <a:off x="1460945" y="1221856"/>
              <a:ext cx="631500" cy="631500"/>
            </a:xfrm>
            <a:prstGeom prst="ellipse">
              <a:avLst/>
            </a:prstGeom>
            <a:noFill/>
            <a:ln w="15425" cap="flat" cmpd="sng">
              <a:solidFill>
                <a:srgbClr val="082836"/>
              </a:solidFill>
              <a:prstDash val="dash"/>
              <a:miter lim="800000"/>
              <a:headEnd type="none" w="sm" len="sm"/>
              <a:tailEnd type="none" w="sm" len="sm"/>
            </a:ln>
          </p:spPr>
          <p:txBody>
            <a:bodyPr spcFirstLastPara="1" wrap="square" lIns="55550" tIns="27775" rIns="55550" bIns="27775" anchor="ctr" anchorCtr="0">
              <a:noAutofit/>
            </a:bodyPr>
            <a:lstStyle/>
            <a:p>
              <a:pPr marL="0" marR="0" lvl="0" indent="0" algn="ctr" rtl="0">
                <a:spcBef>
                  <a:spcPts val="0"/>
                </a:spcBef>
                <a:spcAft>
                  <a:spcPts val="0"/>
                </a:spcAft>
                <a:buNone/>
              </a:pPr>
              <a:r>
                <a:rPr lang="en" sz="1701" dirty="0">
                  <a:solidFill>
                    <a:schemeClr val="dk1"/>
                  </a:solidFill>
                  <a:latin typeface="Arial"/>
                  <a:ea typeface="Arial"/>
                  <a:cs typeface="Arial"/>
                  <a:sym typeface="Arial"/>
                </a:rPr>
                <a:t>-</a:t>
              </a:r>
              <a:endParaRPr sz="891" dirty="0"/>
            </a:p>
          </p:txBody>
        </p:sp>
        <p:sp>
          <p:nvSpPr>
            <p:cNvPr id="199" name="Google Shape;206;p27">
              <a:extLst>
                <a:ext uri="{FF2B5EF4-FFF2-40B4-BE49-F238E27FC236}">
                  <a16:creationId xmlns:a16="http://schemas.microsoft.com/office/drawing/2014/main" id="{A0C6018F-F19F-1311-AA82-09F5EACF03C4}"/>
                </a:ext>
              </a:extLst>
            </p:cNvPr>
            <p:cNvSpPr/>
            <p:nvPr/>
          </p:nvSpPr>
          <p:spPr>
            <a:xfrm>
              <a:off x="2754319" y="1216925"/>
              <a:ext cx="631500" cy="631500"/>
            </a:xfrm>
            <a:prstGeom prst="ellipse">
              <a:avLst/>
            </a:prstGeom>
            <a:solidFill>
              <a:srgbClr val="92D050"/>
            </a:solidFill>
            <a:ln w="15425" cap="flat" cmpd="sng">
              <a:solidFill>
                <a:srgbClr val="082836"/>
              </a:solidFill>
              <a:prstDash val="solid"/>
              <a:miter lim="800000"/>
              <a:headEnd type="none" w="sm" len="sm"/>
              <a:tailEnd type="none" w="sm" len="sm"/>
            </a:ln>
          </p:spPr>
          <p:txBody>
            <a:bodyPr spcFirstLastPara="1" wrap="square" lIns="55550" tIns="27775" rIns="55550" bIns="27775" anchor="ctr" anchorCtr="0">
              <a:noAutofit/>
            </a:bodyPr>
            <a:lstStyle/>
            <a:p>
              <a:pPr marL="0" marR="0" lvl="0" indent="0" algn="ctr" rtl="0">
                <a:spcBef>
                  <a:spcPts val="0"/>
                </a:spcBef>
                <a:spcAft>
                  <a:spcPts val="0"/>
                </a:spcAft>
                <a:buNone/>
              </a:pPr>
              <a:r>
                <a:rPr lang="en-US" sz="700" dirty="0">
                  <a:solidFill>
                    <a:schemeClr val="lt1"/>
                  </a:solidFill>
                  <a:latin typeface="Arial"/>
                  <a:ea typeface="Arial"/>
                  <a:cs typeface="Arial"/>
                  <a:sym typeface="Arial"/>
                </a:rPr>
                <a:t>(outlier)</a:t>
              </a:r>
              <a:endParaRPr sz="700" dirty="0">
                <a:solidFill>
                  <a:schemeClr val="lt1"/>
                </a:solidFill>
                <a:latin typeface="Arial"/>
                <a:ea typeface="Arial"/>
                <a:cs typeface="Arial"/>
                <a:sym typeface="Arial"/>
              </a:endParaRPr>
            </a:p>
          </p:txBody>
        </p:sp>
        <p:sp>
          <p:nvSpPr>
            <p:cNvPr id="672" name="Google Shape;211;p27">
              <a:extLst>
                <a:ext uri="{FF2B5EF4-FFF2-40B4-BE49-F238E27FC236}">
                  <a16:creationId xmlns:a16="http://schemas.microsoft.com/office/drawing/2014/main" id="{E7D5CB2A-1704-3048-04AB-CDFD364B1D35}"/>
                </a:ext>
              </a:extLst>
            </p:cNvPr>
            <p:cNvSpPr/>
            <p:nvPr/>
          </p:nvSpPr>
          <p:spPr>
            <a:xfrm>
              <a:off x="-452354" y="1221856"/>
              <a:ext cx="631500" cy="631500"/>
            </a:xfrm>
            <a:prstGeom prst="ellipse">
              <a:avLst/>
            </a:prstGeom>
            <a:solidFill>
              <a:schemeClr val="accent1"/>
            </a:solidFill>
            <a:ln w="15425" cap="flat" cmpd="sng">
              <a:solidFill>
                <a:srgbClr val="082836"/>
              </a:solidFill>
              <a:prstDash val="solid"/>
              <a:miter lim="800000"/>
              <a:headEnd type="none" w="sm" len="sm"/>
              <a:tailEnd type="none" w="sm" len="sm"/>
            </a:ln>
          </p:spPr>
          <p:txBody>
            <a:bodyPr spcFirstLastPara="1" wrap="square" lIns="55550" tIns="27775" rIns="55550" bIns="27775" anchor="ctr" anchorCtr="0">
              <a:noAutofit/>
            </a:bodyPr>
            <a:lstStyle/>
            <a:p>
              <a:pPr marL="0" marR="0" lvl="0" indent="0" algn="ctr" rtl="0">
                <a:spcBef>
                  <a:spcPts val="0"/>
                </a:spcBef>
                <a:spcAft>
                  <a:spcPts val="0"/>
                </a:spcAft>
                <a:buNone/>
              </a:pPr>
              <a:r>
                <a:rPr lang="en-US" sz="1134" dirty="0">
                  <a:solidFill>
                    <a:schemeClr val="lt1"/>
                  </a:solidFill>
                  <a:latin typeface="Arial"/>
                  <a:ea typeface="Arial"/>
                  <a:cs typeface="Arial"/>
                  <a:sym typeface="Arial"/>
                </a:rPr>
                <a:t>L2</a:t>
              </a:r>
              <a:endParaRPr sz="1134" dirty="0">
                <a:solidFill>
                  <a:schemeClr val="lt1"/>
                </a:solidFill>
                <a:latin typeface="Arial"/>
                <a:ea typeface="Arial"/>
                <a:cs typeface="Arial"/>
                <a:sym typeface="Arial"/>
              </a:endParaRPr>
            </a:p>
          </p:txBody>
        </p:sp>
      </p:grpSp>
      <p:grpSp>
        <p:nvGrpSpPr>
          <p:cNvPr id="223" name="Group 222">
            <a:extLst>
              <a:ext uri="{FF2B5EF4-FFF2-40B4-BE49-F238E27FC236}">
                <a16:creationId xmlns:a16="http://schemas.microsoft.com/office/drawing/2014/main" id="{5F405183-723B-F764-4DC2-F8FBBA1C10AB}"/>
              </a:ext>
            </a:extLst>
          </p:cNvPr>
          <p:cNvGrpSpPr/>
          <p:nvPr/>
        </p:nvGrpSpPr>
        <p:grpSpPr>
          <a:xfrm>
            <a:off x="-459532" y="5746685"/>
            <a:ext cx="10988579" cy="1472053"/>
            <a:chOff x="-463929" y="2415959"/>
            <a:chExt cx="10988579" cy="1472053"/>
          </a:xfrm>
        </p:grpSpPr>
        <p:sp>
          <p:nvSpPr>
            <p:cNvPr id="224" name="Google Shape;204;p27">
              <a:extLst>
                <a:ext uri="{FF2B5EF4-FFF2-40B4-BE49-F238E27FC236}">
                  <a16:creationId xmlns:a16="http://schemas.microsoft.com/office/drawing/2014/main" id="{1A8F7438-E936-8F10-19AC-93D9F71B2383}"/>
                </a:ext>
              </a:extLst>
            </p:cNvPr>
            <p:cNvSpPr/>
            <p:nvPr/>
          </p:nvSpPr>
          <p:spPr>
            <a:xfrm>
              <a:off x="821909" y="2415959"/>
              <a:ext cx="9702741" cy="1472053"/>
            </a:xfrm>
            <a:prstGeom prst="rect">
              <a:avLst/>
            </a:prstGeom>
            <a:solidFill>
              <a:srgbClr val="BEF2C7">
                <a:alpha val="31760"/>
              </a:srgbClr>
            </a:solidFill>
            <a:ln w="17975" cap="flat" cmpd="sng">
              <a:solidFill>
                <a:srgbClr val="082836"/>
              </a:solidFill>
              <a:prstDash val="solid"/>
              <a:miter lim="800000"/>
              <a:headEnd type="none" w="sm" len="sm"/>
              <a:tailEnd type="none" w="sm" len="sm"/>
            </a:ln>
          </p:spPr>
          <p:txBody>
            <a:bodyPr spcFirstLastPara="1" wrap="square" lIns="64700" tIns="32350" rIns="64700" bIns="32350" anchor="t" anchorCtr="0">
              <a:noAutofit/>
            </a:bodyPr>
            <a:lstStyle/>
            <a:p>
              <a:pPr marL="0" marR="0" lvl="0" indent="0" algn="l" rtl="0">
                <a:spcBef>
                  <a:spcPts val="0"/>
                </a:spcBef>
                <a:spcAft>
                  <a:spcPts val="0"/>
                </a:spcAft>
                <a:buNone/>
              </a:pPr>
              <a:r>
                <a:rPr lang="en" sz="1320" b="0" i="0" u="none" strike="noStrike" cap="none" dirty="0">
                  <a:solidFill>
                    <a:schemeClr val="dk1"/>
                  </a:solidFill>
                  <a:latin typeface="Arial"/>
                  <a:ea typeface="Arial"/>
                  <a:cs typeface="Arial"/>
                  <a:sym typeface="Arial"/>
                </a:rPr>
                <a:t>7-observation moving window:</a:t>
              </a:r>
              <a:endParaRPr sz="1037" dirty="0"/>
            </a:p>
          </p:txBody>
        </p:sp>
        <p:sp>
          <p:nvSpPr>
            <p:cNvPr id="225" name="Google Shape;205;p27">
              <a:extLst>
                <a:ext uri="{FF2B5EF4-FFF2-40B4-BE49-F238E27FC236}">
                  <a16:creationId xmlns:a16="http://schemas.microsoft.com/office/drawing/2014/main" id="{B9846BC2-16D1-54C1-E7E2-82C191946635}"/>
                </a:ext>
              </a:extLst>
            </p:cNvPr>
            <p:cNvSpPr/>
            <p:nvPr/>
          </p:nvSpPr>
          <p:spPr>
            <a:xfrm>
              <a:off x="821909" y="2775070"/>
              <a:ext cx="631500" cy="631500"/>
            </a:xfrm>
            <a:prstGeom prst="ellipse">
              <a:avLst/>
            </a:prstGeom>
            <a:solidFill>
              <a:schemeClr val="accent1"/>
            </a:solidFill>
            <a:ln w="15425" cap="flat" cmpd="sng">
              <a:solidFill>
                <a:srgbClr val="082836"/>
              </a:solidFill>
              <a:prstDash val="solid"/>
              <a:miter lim="800000"/>
              <a:headEnd type="none" w="sm" len="sm"/>
              <a:tailEnd type="none" w="sm" len="sm"/>
            </a:ln>
          </p:spPr>
          <p:txBody>
            <a:bodyPr spcFirstLastPara="1" wrap="square" lIns="55550" tIns="27775" rIns="55550" bIns="27775" anchor="ctr" anchorCtr="0">
              <a:noAutofit/>
            </a:bodyPr>
            <a:lstStyle/>
            <a:p>
              <a:pPr marL="0" marR="0" lvl="0" indent="0" algn="ctr" rtl="0">
                <a:spcBef>
                  <a:spcPts val="0"/>
                </a:spcBef>
                <a:spcAft>
                  <a:spcPts val="0"/>
                </a:spcAft>
                <a:buNone/>
              </a:pPr>
              <a:r>
                <a:rPr lang="en" sz="600" dirty="0">
                  <a:solidFill>
                    <a:schemeClr val="lt1"/>
                  </a:solidFill>
                </a:rPr>
                <a:t>updated</a:t>
              </a:r>
            </a:p>
            <a:p>
              <a:pPr marL="0" marR="0" lvl="0" indent="0" algn="ctr" rtl="0">
                <a:spcBef>
                  <a:spcPts val="0"/>
                </a:spcBef>
                <a:spcAft>
                  <a:spcPts val="0"/>
                </a:spcAft>
                <a:buNone/>
              </a:pPr>
              <a:r>
                <a:rPr lang="en" sz="1134" dirty="0">
                  <a:solidFill>
                    <a:schemeClr val="lt1"/>
                  </a:solidFill>
                </a:rPr>
                <a:t>t-6</a:t>
              </a:r>
              <a:endParaRPr sz="1134" dirty="0">
                <a:solidFill>
                  <a:schemeClr val="lt1"/>
                </a:solidFill>
                <a:latin typeface="Arial"/>
                <a:ea typeface="Arial"/>
                <a:cs typeface="Arial"/>
                <a:sym typeface="Arial"/>
              </a:endParaRPr>
            </a:p>
          </p:txBody>
        </p:sp>
        <p:sp>
          <p:nvSpPr>
            <p:cNvPr id="226" name="Google Shape;206;p27">
              <a:extLst>
                <a:ext uri="{FF2B5EF4-FFF2-40B4-BE49-F238E27FC236}">
                  <a16:creationId xmlns:a16="http://schemas.microsoft.com/office/drawing/2014/main" id="{2316616F-671C-5F65-D942-D25D71D2EB92}"/>
                </a:ext>
              </a:extLst>
            </p:cNvPr>
            <p:cNvSpPr/>
            <p:nvPr/>
          </p:nvSpPr>
          <p:spPr>
            <a:xfrm>
              <a:off x="2100002" y="2775098"/>
              <a:ext cx="631500" cy="631500"/>
            </a:xfrm>
            <a:prstGeom prst="ellipse">
              <a:avLst/>
            </a:prstGeom>
            <a:solidFill>
              <a:schemeClr val="accent1"/>
            </a:solidFill>
            <a:ln w="15425" cap="flat" cmpd="sng">
              <a:solidFill>
                <a:srgbClr val="082836"/>
              </a:solidFill>
              <a:prstDash val="solid"/>
              <a:miter lim="800000"/>
              <a:headEnd type="none" w="sm" len="sm"/>
              <a:tailEnd type="none" w="sm" len="sm"/>
            </a:ln>
          </p:spPr>
          <p:txBody>
            <a:bodyPr spcFirstLastPara="1" wrap="square" lIns="55550" tIns="27775" rIns="55550" bIns="27775" anchor="ctr" anchorCtr="0">
              <a:noAutofit/>
            </a:bodyPr>
            <a:lstStyle/>
            <a:p>
              <a:pPr algn="ctr"/>
              <a:r>
                <a:rPr lang="en" sz="600" dirty="0">
                  <a:solidFill>
                    <a:schemeClr val="lt1"/>
                  </a:solidFill>
                </a:rPr>
                <a:t>updated</a:t>
              </a:r>
            </a:p>
            <a:p>
              <a:pPr marL="0" marR="0" lvl="0" indent="0" algn="ctr" rtl="0">
                <a:spcBef>
                  <a:spcPts val="0"/>
                </a:spcBef>
                <a:spcAft>
                  <a:spcPts val="0"/>
                </a:spcAft>
                <a:buNone/>
              </a:pPr>
              <a:r>
                <a:rPr lang="en" sz="1134" dirty="0">
                  <a:solidFill>
                    <a:schemeClr val="lt1"/>
                  </a:solidFill>
                </a:rPr>
                <a:t>t-5</a:t>
              </a:r>
              <a:endParaRPr sz="1134" dirty="0">
                <a:solidFill>
                  <a:schemeClr val="lt1"/>
                </a:solidFill>
                <a:latin typeface="Arial"/>
                <a:ea typeface="Arial"/>
                <a:cs typeface="Arial"/>
                <a:sym typeface="Arial"/>
              </a:endParaRPr>
            </a:p>
          </p:txBody>
        </p:sp>
        <p:sp>
          <p:nvSpPr>
            <p:cNvPr id="227" name="Google Shape;207;p27">
              <a:extLst>
                <a:ext uri="{FF2B5EF4-FFF2-40B4-BE49-F238E27FC236}">
                  <a16:creationId xmlns:a16="http://schemas.microsoft.com/office/drawing/2014/main" id="{A9DA8377-6456-AAED-E9CD-9BEDAC21BC88}"/>
                </a:ext>
              </a:extLst>
            </p:cNvPr>
            <p:cNvSpPr/>
            <p:nvPr/>
          </p:nvSpPr>
          <p:spPr>
            <a:xfrm>
              <a:off x="3398463" y="2775098"/>
              <a:ext cx="631500" cy="631500"/>
            </a:xfrm>
            <a:prstGeom prst="ellipse">
              <a:avLst/>
            </a:prstGeom>
            <a:solidFill>
              <a:schemeClr val="accent1"/>
            </a:solidFill>
            <a:ln w="15425" cap="flat" cmpd="sng">
              <a:solidFill>
                <a:srgbClr val="082836"/>
              </a:solidFill>
              <a:prstDash val="solid"/>
              <a:miter lim="800000"/>
              <a:headEnd type="none" w="sm" len="sm"/>
              <a:tailEnd type="none" w="sm" len="sm"/>
            </a:ln>
          </p:spPr>
          <p:txBody>
            <a:bodyPr spcFirstLastPara="1" wrap="square" lIns="55550" tIns="27775" rIns="55550" bIns="27775" anchor="ctr" anchorCtr="0">
              <a:noAutofit/>
            </a:bodyPr>
            <a:lstStyle/>
            <a:p>
              <a:pPr algn="ctr"/>
              <a:r>
                <a:rPr lang="en" sz="600" dirty="0">
                  <a:solidFill>
                    <a:schemeClr val="lt1"/>
                  </a:solidFill>
                </a:rPr>
                <a:t>updated</a:t>
              </a:r>
            </a:p>
            <a:p>
              <a:pPr marL="0" marR="0" lvl="0" indent="0" algn="ctr" rtl="0">
                <a:spcBef>
                  <a:spcPts val="0"/>
                </a:spcBef>
                <a:spcAft>
                  <a:spcPts val="0"/>
                </a:spcAft>
                <a:buNone/>
              </a:pPr>
              <a:r>
                <a:rPr lang="en" sz="1134" dirty="0">
                  <a:solidFill>
                    <a:schemeClr val="lt1"/>
                  </a:solidFill>
                </a:rPr>
                <a:t>t-4</a:t>
              </a:r>
              <a:endParaRPr sz="1134" dirty="0">
                <a:solidFill>
                  <a:schemeClr val="lt1"/>
                </a:solidFill>
                <a:latin typeface="Arial"/>
                <a:ea typeface="Arial"/>
                <a:cs typeface="Arial"/>
                <a:sym typeface="Arial"/>
              </a:endParaRPr>
            </a:p>
          </p:txBody>
        </p:sp>
        <p:sp>
          <p:nvSpPr>
            <p:cNvPr id="228" name="Google Shape;208;p27">
              <a:extLst>
                <a:ext uri="{FF2B5EF4-FFF2-40B4-BE49-F238E27FC236}">
                  <a16:creationId xmlns:a16="http://schemas.microsoft.com/office/drawing/2014/main" id="{CE790DD4-D5E5-9FFC-ADCB-8513890C1E38}"/>
                </a:ext>
              </a:extLst>
            </p:cNvPr>
            <p:cNvSpPr/>
            <p:nvPr/>
          </p:nvSpPr>
          <p:spPr>
            <a:xfrm>
              <a:off x="4047694" y="2775098"/>
              <a:ext cx="631500" cy="631500"/>
            </a:xfrm>
            <a:prstGeom prst="ellipse">
              <a:avLst/>
            </a:prstGeom>
            <a:solidFill>
              <a:srgbClr val="92D050"/>
            </a:solidFill>
            <a:ln w="15425" cap="flat" cmpd="sng">
              <a:solidFill>
                <a:srgbClr val="082836"/>
              </a:solidFill>
              <a:prstDash val="solid"/>
              <a:miter lim="800000"/>
              <a:headEnd type="none" w="sm" len="sm"/>
              <a:tailEnd type="none" w="sm" len="sm"/>
            </a:ln>
          </p:spPr>
          <p:txBody>
            <a:bodyPr spcFirstLastPara="1" wrap="square" lIns="55550" tIns="27775" rIns="55550" bIns="27775" anchor="ctr" anchorCtr="0">
              <a:noAutofit/>
            </a:bodyPr>
            <a:lstStyle/>
            <a:p>
              <a:pPr marL="0" marR="0" lvl="0" indent="0" algn="ctr" rtl="0">
                <a:spcBef>
                  <a:spcPts val="0"/>
                </a:spcBef>
                <a:spcAft>
                  <a:spcPts val="0"/>
                </a:spcAft>
                <a:buNone/>
              </a:pPr>
              <a:r>
                <a:rPr lang="en" sz="1134" dirty="0">
                  <a:solidFill>
                    <a:schemeClr val="lt1"/>
                  </a:solidFill>
                </a:rPr>
                <a:t>t-3</a:t>
              </a:r>
              <a:endParaRPr sz="1134" dirty="0">
                <a:solidFill>
                  <a:schemeClr val="lt1"/>
                </a:solidFill>
                <a:latin typeface="Arial"/>
                <a:ea typeface="Arial"/>
                <a:cs typeface="Arial"/>
                <a:sym typeface="Arial"/>
              </a:endParaRPr>
            </a:p>
          </p:txBody>
        </p:sp>
        <p:sp>
          <p:nvSpPr>
            <p:cNvPr id="229" name="Google Shape;209;p27">
              <a:extLst>
                <a:ext uri="{FF2B5EF4-FFF2-40B4-BE49-F238E27FC236}">
                  <a16:creationId xmlns:a16="http://schemas.microsoft.com/office/drawing/2014/main" id="{70F0B906-B888-E9AB-E3D4-DEDD49E071E9}"/>
                </a:ext>
              </a:extLst>
            </p:cNvPr>
            <p:cNvSpPr/>
            <p:nvPr/>
          </p:nvSpPr>
          <p:spPr>
            <a:xfrm>
              <a:off x="5346154" y="2788415"/>
              <a:ext cx="631500" cy="631500"/>
            </a:xfrm>
            <a:prstGeom prst="ellipse">
              <a:avLst/>
            </a:prstGeom>
            <a:solidFill>
              <a:srgbClr val="92D050"/>
            </a:solidFill>
            <a:ln w="15425" cap="flat" cmpd="sng">
              <a:solidFill>
                <a:srgbClr val="082836"/>
              </a:solidFill>
              <a:prstDash val="solid"/>
              <a:miter lim="800000"/>
              <a:headEnd type="none" w="sm" len="sm"/>
              <a:tailEnd type="none" w="sm" len="sm"/>
            </a:ln>
          </p:spPr>
          <p:txBody>
            <a:bodyPr spcFirstLastPara="1" wrap="square" lIns="55550" tIns="27775" rIns="55550" bIns="27775" anchor="ctr" anchorCtr="0">
              <a:noAutofit/>
            </a:bodyPr>
            <a:lstStyle/>
            <a:p>
              <a:pPr marL="0" marR="0" lvl="0" indent="0" algn="ctr" rtl="0">
                <a:spcBef>
                  <a:spcPts val="0"/>
                </a:spcBef>
                <a:spcAft>
                  <a:spcPts val="0"/>
                </a:spcAft>
                <a:buNone/>
              </a:pPr>
              <a:r>
                <a:rPr lang="en" sz="1134" dirty="0">
                  <a:solidFill>
                    <a:schemeClr val="lt1"/>
                  </a:solidFill>
                </a:rPr>
                <a:t>t-2</a:t>
              </a:r>
              <a:endParaRPr sz="1134" dirty="0">
                <a:solidFill>
                  <a:schemeClr val="lt1"/>
                </a:solidFill>
                <a:latin typeface="Arial"/>
                <a:ea typeface="Arial"/>
                <a:cs typeface="Arial"/>
                <a:sym typeface="Arial"/>
              </a:endParaRPr>
            </a:p>
          </p:txBody>
        </p:sp>
        <p:sp>
          <p:nvSpPr>
            <p:cNvPr id="230" name="Google Shape;210;p27">
              <a:extLst>
                <a:ext uri="{FF2B5EF4-FFF2-40B4-BE49-F238E27FC236}">
                  <a16:creationId xmlns:a16="http://schemas.microsoft.com/office/drawing/2014/main" id="{E2DB46AF-BE07-4FD6-AC40-409AE34F3993}"/>
                </a:ext>
              </a:extLst>
            </p:cNvPr>
            <p:cNvSpPr/>
            <p:nvPr/>
          </p:nvSpPr>
          <p:spPr>
            <a:xfrm>
              <a:off x="7293844" y="2775098"/>
              <a:ext cx="631500" cy="631500"/>
            </a:xfrm>
            <a:prstGeom prst="ellipse">
              <a:avLst/>
            </a:prstGeom>
            <a:solidFill>
              <a:srgbClr val="92D050"/>
            </a:solidFill>
            <a:ln w="15425" cap="flat" cmpd="sng">
              <a:solidFill>
                <a:srgbClr val="082836"/>
              </a:solidFill>
              <a:prstDash val="solid"/>
              <a:miter lim="800000"/>
              <a:headEnd type="none" w="sm" len="sm"/>
              <a:tailEnd type="none" w="sm" len="sm"/>
            </a:ln>
          </p:spPr>
          <p:txBody>
            <a:bodyPr spcFirstLastPara="1" wrap="square" lIns="55550" tIns="27775" rIns="55550" bIns="27775" anchor="ctr" anchorCtr="0">
              <a:noAutofit/>
            </a:bodyPr>
            <a:lstStyle/>
            <a:p>
              <a:pPr algn="ctr"/>
              <a:r>
                <a:rPr lang="en-GB" sz="1134" dirty="0">
                  <a:solidFill>
                    <a:schemeClr val="lt1"/>
                  </a:solidFill>
                </a:rPr>
                <a:t>t-1</a:t>
              </a:r>
            </a:p>
          </p:txBody>
        </p:sp>
        <p:sp>
          <p:nvSpPr>
            <p:cNvPr id="231" name="Google Shape;211;p27">
              <a:extLst>
                <a:ext uri="{FF2B5EF4-FFF2-40B4-BE49-F238E27FC236}">
                  <a16:creationId xmlns:a16="http://schemas.microsoft.com/office/drawing/2014/main" id="{ADB5296C-A8ED-2EEE-C1DE-C0129CB8A3CE}"/>
                </a:ext>
              </a:extLst>
            </p:cNvPr>
            <p:cNvSpPr/>
            <p:nvPr/>
          </p:nvSpPr>
          <p:spPr>
            <a:xfrm>
              <a:off x="172679" y="2775070"/>
              <a:ext cx="631500" cy="631500"/>
            </a:xfrm>
            <a:prstGeom prst="ellipse">
              <a:avLst/>
            </a:prstGeom>
            <a:solidFill>
              <a:schemeClr val="accent1"/>
            </a:solidFill>
            <a:ln w="15425" cap="flat" cmpd="sng">
              <a:solidFill>
                <a:srgbClr val="082836"/>
              </a:solidFill>
              <a:prstDash val="solid"/>
              <a:miter lim="800000"/>
              <a:headEnd type="none" w="sm" len="sm"/>
              <a:tailEnd type="none" w="sm" len="sm"/>
            </a:ln>
          </p:spPr>
          <p:txBody>
            <a:bodyPr spcFirstLastPara="1" wrap="square" lIns="55550" tIns="27775" rIns="55550" bIns="27775" anchor="ctr" anchorCtr="0">
              <a:noAutofit/>
            </a:bodyPr>
            <a:lstStyle/>
            <a:p>
              <a:pPr marL="0" marR="0" lvl="0" indent="0" algn="ctr" rtl="0">
                <a:spcBef>
                  <a:spcPts val="0"/>
                </a:spcBef>
                <a:spcAft>
                  <a:spcPts val="0"/>
                </a:spcAft>
                <a:buNone/>
              </a:pPr>
              <a:r>
                <a:rPr lang="en" sz="1134" dirty="0">
                  <a:solidFill>
                    <a:schemeClr val="lt1"/>
                  </a:solidFill>
                </a:rPr>
                <a:t>L2</a:t>
              </a:r>
              <a:endParaRPr sz="1134" dirty="0">
                <a:solidFill>
                  <a:schemeClr val="lt1"/>
                </a:solidFill>
                <a:latin typeface="Arial"/>
                <a:ea typeface="Arial"/>
                <a:cs typeface="Arial"/>
                <a:sym typeface="Arial"/>
              </a:endParaRPr>
            </a:p>
          </p:txBody>
        </p:sp>
        <p:sp>
          <p:nvSpPr>
            <p:cNvPr id="232" name="Google Shape;212;p27">
              <a:extLst>
                <a:ext uri="{FF2B5EF4-FFF2-40B4-BE49-F238E27FC236}">
                  <a16:creationId xmlns:a16="http://schemas.microsoft.com/office/drawing/2014/main" id="{6EAE3CA6-1470-C44F-9795-C5391B6A24C2}"/>
                </a:ext>
              </a:extLst>
            </p:cNvPr>
            <p:cNvSpPr/>
            <p:nvPr/>
          </p:nvSpPr>
          <p:spPr>
            <a:xfrm>
              <a:off x="5995383" y="2775098"/>
              <a:ext cx="631500" cy="631500"/>
            </a:xfrm>
            <a:prstGeom prst="ellipse">
              <a:avLst/>
            </a:prstGeom>
            <a:noFill/>
            <a:ln w="15425" cap="flat" cmpd="sng">
              <a:solidFill>
                <a:srgbClr val="082836"/>
              </a:solidFill>
              <a:prstDash val="dash"/>
              <a:miter lim="800000"/>
              <a:headEnd type="none" w="sm" len="sm"/>
              <a:tailEnd type="none" w="sm" len="sm"/>
            </a:ln>
          </p:spPr>
          <p:txBody>
            <a:bodyPr spcFirstLastPara="1" wrap="square" lIns="55550" tIns="27775" rIns="55550" bIns="27775" anchor="ctr" anchorCtr="0">
              <a:noAutofit/>
            </a:bodyPr>
            <a:lstStyle/>
            <a:p>
              <a:pPr marL="0" marR="0" lvl="0" indent="0" algn="ctr" rtl="0">
                <a:spcBef>
                  <a:spcPts val="0"/>
                </a:spcBef>
                <a:spcAft>
                  <a:spcPts val="0"/>
                </a:spcAft>
                <a:buNone/>
              </a:pPr>
              <a:r>
                <a:rPr lang="en" sz="1701" dirty="0">
                  <a:solidFill>
                    <a:schemeClr val="dk1"/>
                  </a:solidFill>
                  <a:latin typeface="Arial"/>
                  <a:ea typeface="Arial"/>
                  <a:cs typeface="Arial"/>
                  <a:sym typeface="Arial"/>
                </a:rPr>
                <a:t>L1</a:t>
              </a:r>
              <a:endParaRPr sz="891" dirty="0"/>
            </a:p>
          </p:txBody>
        </p:sp>
        <p:sp>
          <p:nvSpPr>
            <p:cNvPr id="233" name="Google Shape;213;p27">
              <a:extLst>
                <a:ext uri="{FF2B5EF4-FFF2-40B4-BE49-F238E27FC236}">
                  <a16:creationId xmlns:a16="http://schemas.microsoft.com/office/drawing/2014/main" id="{25C60ADC-2CF9-A315-22AD-17207705CEB7}"/>
                </a:ext>
              </a:extLst>
            </p:cNvPr>
            <p:cNvSpPr/>
            <p:nvPr/>
          </p:nvSpPr>
          <p:spPr>
            <a:xfrm>
              <a:off x="6644613" y="2765584"/>
              <a:ext cx="631500" cy="631500"/>
            </a:xfrm>
            <a:prstGeom prst="ellipse">
              <a:avLst/>
            </a:prstGeom>
            <a:noFill/>
            <a:ln w="15425" cap="flat" cmpd="sng">
              <a:solidFill>
                <a:srgbClr val="082836"/>
              </a:solidFill>
              <a:prstDash val="dash"/>
              <a:miter lim="800000"/>
              <a:headEnd type="none" w="sm" len="sm"/>
              <a:tailEnd type="none" w="sm" len="sm"/>
            </a:ln>
          </p:spPr>
          <p:txBody>
            <a:bodyPr spcFirstLastPara="1" wrap="square" lIns="55550" tIns="27775" rIns="55550" bIns="27775" anchor="ctr" anchorCtr="0">
              <a:noAutofit/>
            </a:bodyPr>
            <a:lstStyle/>
            <a:p>
              <a:pPr marL="0" marR="0" lvl="0" indent="0" algn="ctr" rtl="0">
                <a:spcBef>
                  <a:spcPts val="0"/>
                </a:spcBef>
                <a:spcAft>
                  <a:spcPts val="0"/>
                </a:spcAft>
                <a:buNone/>
              </a:pPr>
              <a:r>
                <a:rPr lang="en" sz="1701">
                  <a:solidFill>
                    <a:schemeClr val="dk1"/>
                  </a:solidFill>
                  <a:latin typeface="Arial"/>
                  <a:ea typeface="Arial"/>
                  <a:cs typeface="Arial"/>
                  <a:sym typeface="Arial"/>
                </a:rPr>
                <a:t>L1</a:t>
              </a:r>
              <a:endParaRPr sz="891"/>
            </a:p>
          </p:txBody>
        </p:sp>
        <p:sp>
          <p:nvSpPr>
            <p:cNvPr id="235" name="Google Shape;215;p27">
              <a:extLst>
                <a:ext uri="{FF2B5EF4-FFF2-40B4-BE49-F238E27FC236}">
                  <a16:creationId xmlns:a16="http://schemas.microsoft.com/office/drawing/2014/main" id="{F5D956F4-5A4B-6419-0362-C5CBDB611324}"/>
                </a:ext>
              </a:extLst>
            </p:cNvPr>
            <p:cNvSpPr/>
            <p:nvPr/>
          </p:nvSpPr>
          <p:spPr>
            <a:xfrm>
              <a:off x="4696924" y="2788415"/>
              <a:ext cx="631500" cy="631500"/>
            </a:xfrm>
            <a:prstGeom prst="ellipse">
              <a:avLst/>
            </a:prstGeom>
            <a:noFill/>
            <a:ln w="15425" cap="flat" cmpd="sng">
              <a:solidFill>
                <a:srgbClr val="082836"/>
              </a:solidFill>
              <a:prstDash val="dash"/>
              <a:miter lim="800000"/>
              <a:headEnd type="none" w="sm" len="sm"/>
              <a:tailEnd type="none" w="sm" len="sm"/>
            </a:ln>
          </p:spPr>
          <p:txBody>
            <a:bodyPr spcFirstLastPara="1" wrap="square" lIns="55550" tIns="27775" rIns="55550" bIns="27775" anchor="ctr" anchorCtr="0">
              <a:noAutofit/>
            </a:bodyPr>
            <a:lstStyle/>
            <a:p>
              <a:pPr marL="0" marR="0" lvl="0" indent="0" algn="ctr" rtl="0">
                <a:spcBef>
                  <a:spcPts val="0"/>
                </a:spcBef>
                <a:spcAft>
                  <a:spcPts val="0"/>
                </a:spcAft>
                <a:buNone/>
              </a:pPr>
              <a:r>
                <a:rPr lang="en" sz="1701" dirty="0">
                  <a:solidFill>
                    <a:schemeClr val="dk1"/>
                  </a:solidFill>
                  <a:latin typeface="Arial"/>
                  <a:ea typeface="Arial"/>
                  <a:cs typeface="Arial"/>
                  <a:sym typeface="Arial"/>
                </a:rPr>
                <a:t>L1</a:t>
              </a:r>
              <a:endParaRPr sz="891" dirty="0"/>
            </a:p>
          </p:txBody>
        </p:sp>
        <p:sp>
          <p:nvSpPr>
            <p:cNvPr id="237" name="Google Shape;218;p27">
              <a:extLst>
                <a:ext uri="{FF2B5EF4-FFF2-40B4-BE49-F238E27FC236}">
                  <a16:creationId xmlns:a16="http://schemas.microsoft.com/office/drawing/2014/main" id="{FA3E7687-D972-B0A0-08F8-6429AF0A26DC}"/>
                </a:ext>
              </a:extLst>
            </p:cNvPr>
            <p:cNvSpPr txBox="1"/>
            <p:nvPr/>
          </p:nvSpPr>
          <p:spPr>
            <a:xfrm>
              <a:off x="6000844" y="3416112"/>
              <a:ext cx="1293000" cy="471900"/>
            </a:xfrm>
            <a:prstGeom prst="rect">
              <a:avLst/>
            </a:prstGeom>
            <a:noFill/>
            <a:ln>
              <a:noFill/>
            </a:ln>
          </p:spPr>
          <p:txBody>
            <a:bodyPr spcFirstLastPara="1" wrap="square" lIns="64700" tIns="32350" rIns="64700" bIns="32350" anchor="t" anchorCtr="0">
              <a:spAutoFit/>
            </a:bodyPr>
            <a:lstStyle/>
            <a:p>
              <a:pPr marL="0" marR="0" lvl="0" indent="0" algn="ctr" rtl="0">
                <a:spcBef>
                  <a:spcPts val="0"/>
                </a:spcBef>
                <a:spcAft>
                  <a:spcPts val="0"/>
                </a:spcAft>
                <a:buNone/>
              </a:pPr>
              <a:r>
                <a:rPr lang="en" sz="1320" dirty="0">
                  <a:solidFill>
                    <a:schemeClr val="dk1"/>
                  </a:solidFill>
                  <a:latin typeface="Arial"/>
                  <a:ea typeface="Arial"/>
                  <a:cs typeface="Arial"/>
                  <a:sym typeface="Arial"/>
                </a:rPr>
                <a:t>Linear</a:t>
              </a:r>
              <a:br>
                <a:rPr lang="en" sz="1320" dirty="0">
                  <a:solidFill>
                    <a:schemeClr val="dk1"/>
                  </a:solidFill>
                  <a:latin typeface="Arial"/>
                  <a:ea typeface="Arial"/>
                  <a:cs typeface="Arial"/>
                  <a:sym typeface="Arial"/>
                </a:rPr>
              </a:br>
              <a:r>
                <a:rPr lang="en" sz="1320" dirty="0">
                  <a:solidFill>
                    <a:schemeClr val="dk1"/>
                  </a:solidFill>
                  <a:latin typeface="Arial"/>
                  <a:ea typeface="Arial"/>
                  <a:cs typeface="Arial"/>
                  <a:sym typeface="Arial"/>
                </a:rPr>
                <a:t>interpolation</a:t>
              </a:r>
              <a:endParaRPr sz="1037" dirty="0"/>
            </a:p>
          </p:txBody>
        </p:sp>
        <p:sp>
          <p:nvSpPr>
            <p:cNvPr id="238" name="Google Shape;220;p27">
              <a:extLst>
                <a:ext uri="{FF2B5EF4-FFF2-40B4-BE49-F238E27FC236}">
                  <a16:creationId xmlns:a16="http://schemas.microsoft.com/office/drawing/2014/main" id="{5B947B6C-A7B9-26D7-50F0-79C85F2C0BEE}"/>
                </a:ext>
              </a:extLst>
            </p:cNvPr>
            <p:cNvSpPr/>
            <p:nvPr/>
          </p:nvSpPr>
          <p:spPr>
            <a:xfrm>
              <a:off x="1460945" y="2788409"/>
              <a:ext cx="631500" cy="631500"/>
            </a:xfrm>
            <a:prstGeom prst="ellipse">
              <a:avLst/>
            </a:prstGeom>
            <a:solidFill>
              <a:schemeClr val="dk1"/>
            </a:solidFill>
            <a:ln w="15425" cap="flat" cmpd="sng">
              <a:solidFill>
                <a:srgbClr val="082836"/>
              </a:solidFill>
              <a:prstDash val="solid"/>
              <a:miter lim="800000"/>
              <a:headEnd type="none" w="sm" len="sm"/>
              <a:tailEnd type="none" w="sm" len="sm"/>
            </a:ln>
          </p:spPr>
          <p:txBody>
            <a:bodyPr spcFirstLastPara="1" wrap="square" lIns="55550" tIns="27775" rIns="55550" bIns="27775" anchor="ctr" anchorCtr="0">
              <a:noAutofit/>
            </a:bodyPr>
            <a:lstStyle/>
            <a:p>
              <a:pPr algn="ctr"/>
              <a:r>
                <a:rPr lang="en" sz="600" dirty="0">
                  <a:solidFill>
                    <a:schemeClr val="lt1"/>
                  </a:solidFill>
                </a:rPr>
                <a:t>updated</a:t>
              </a:r>
            </a:p>
            <a:p>
              <a:pPr marL="0" marR="0" lvl="0" indent="0" algn="ctr" rtl="0">
                <a:spcBef>
                  <a:spcPts val="0"/>
                </a:spcBef>
                <a:spcAft>
                  <a:spcPts val="0"/>
                </a:spcAft>
                <a:buNone/>
              </a:pPr>
              <a:r>
                <a:rPr lang="en" sz="1100" dirty="0">
                  <a:solidFill>
                    <a:schemeClr val="lt1"/>
                  </a:solidFill>
                  <a:latin typeface="Arial"/>
                  <a:ea typeface="Arial"/>
                  <a:cs typeface="Arial"/>
                  <a:sym typeface="Arial"/>
                </a:rPr>
                <a:t>L1</a:t>
              </a:r>
              <a:endParaRPr sz="1100" dirty="0">
                <a:solidFill>
                  <a:schemeClr val="lt1"/>
                </a:solidFill>
              </a:endParaRPr>
            </a:p>
          </p:txBody>
        </p:sp>
        <p:sp>
          <p:nvSpPr>
            <p:cNvPr id="239" name="Google Shape;215;p27">
              <a:extLst>
                <a:ext uri="{FF2B5EF4-FFF2-40B4-BE49-F238E27FC236}">
                  <a16:creationId xmlns:a16="http://schemas.microsoft.com/office/drawing/2014/main" id="{52462D15-9C2D-3F5E-8029-8E6F075AF20E}"/>
                </a:ext>
              </a:extLst>
            </p:cNvPr>
            <p:cNvSpPr/>
            <p:nvPr/>
          </p:nvSpPr>
          <p:spPr>
            <a:xfrm>
              <a:off x="7925344" y="2765584"/>
              <a:ext cx="631500" cy="631500"/>
            </a:xfrm>
            <a:prstGeom prst="ellipse">
              <a:avLst/>
            </a:prstGeom>
            <a:noFill/>
            <a:ln w="15425" cap="flat" cmpd="sng">
              <a:solidFill>
                <a:srgbClr val="082836"/>
              </a:solidFill>
              <a:prstDash val="dash"/>
              <a:miter lim="800000"/>
              <a:headEnd type="none" w="sm" len="sm"/>
              <a:tailEnd type="none" w="sm" len="sm"/>
            </a:ln>
          </p:spPr>
          <p:txBody>
            <a:bodyPr spcFirstLastPara="1" wrap="square" lIns="55550" tIns="27775" rIns="55550" bIns="27775" anchor="ctr" anchorCtr="0">
              <a:noAutofit/>
            </a:bodyPr>
            <a:lstStyle/>
            <a:p>
              <a:pPr marL="0" marR="0" lvl="0" indent="0" algn="ctr" rtl="0">
                <a:spcBef>
                  <a:spcPts val="0"/>
                </a:spcBef>
                <a:spcAft>
                  <a:spcPts val="0"/>
                </a:spcAft>
                <a:buNone/>
              </a:pPr>
              <a:r>
                <a:rPr lang="en" sz="1701" dirty="0">
                  <a:solidFill>
                    <a:schemeClr val="dk1"/>
                  </a:solidFill>
                  <a:latin typeface="Arial"/>
                  <a:ea typeface="Arial"/>
                  <a:cs typeface="Arial"/>
                  <a:sym typeface="Arial"/>
                </a:rPr>
                <a:t>L0</a:t>
              </a:r>
              <a:endParaRPr sz="891" dirty="0"/>
            </a:p>
          </p:txBody>
        </p:sp>
        <p:sp>
          <p:nvSpPr>
            <p:cNvPr id="240" name="Google Shape;218;p27">
              <a:extLst>
                <a:ext uri="{FF2B5EF4-FFF2-40B4-BE49-F238E27FC236}">
                  <a16:creationId xmlns:a16="http://schemas.microsoft.com/office/drawing/2014/main" id="{D1FB6F64-82D7-AD25-530C-8E787272DEBE}"/>
                </a:ext>
              </a:extLst>
            </p:cNvPr>
            <p:cNvSpPr txBox="1"/>
            <p:nvPr/>
          </p:nvSpPr>
          <p:spPr>
            <a:xfrm>
              <a:off x="8314209" y="2479179"/>
              <a:ext cx="774306" cy="224927"/>
            </a:xfrm>
            <a:prstGeom prst="rect">
              <a:avLst/>
            </a:prstGeom>
            <a:noFill/>
            <a:ln>
              <a:noFill/>
            </a:ln>
          </p:spPr>
          <p:txBody>
            <a:bodyPr spcFirstLastPara="1" wrap="square" lIns="64700" tIns="32350" rIns="64700" bIns="32350" anchor="t" anchorCtr="0">
              <a:spAutoFit/>
            </a:bodyPr>
            <a:lstStyle/>
            <a:p>
              <a:pPr marL="0" marR="0" lvl="0" indent="0" algn="ctr" rtl="0">
                <a:spcBef>
                  <a:spcPts val="0"/>
                </a:spcBef>
                <a:spcAft>
                  <a:spcPts val="0"/>
                </a:spcAft>
                <a:buNone/>
              </a:pPr>
              <a:r>
                <a:rPr lang="en-US" sz="1037" dirty="0"/>
                <a:t>2 days ago</a:t>
              </a:r>
              <a:endParaRPr sz="1037" dirty="0"/>
            </a:p>
          </p:txBody>
        </p:sp>
        <p:cxnSp>
          <p:nvCxnSpPr>
            <p:cNvPr id="241" name="Straight Connector 240">
              <a:extLst>
                <a:ext uri="{FF2B5EF4-FFF2-40B4-BE49-F238E27FC236}">
                  <a16:creationId xmlns:a16="http://schemas.microsoft.com/office/drawing/2014/main" id="{B84FD366-A883-87B8-B68F-48490404E8F8}"/>
                </a:ext>
              </a:extLst>
            </p:cNvPr>
            <p:cNvCxnSpPr>
              <a:cxnSpLocks/>
            </p:cNvCxnSpPr>
            <p:nvPr/>
          </p:nvCxnSpPr>
          <p:spPr>
            <a:xfrm>
              <a:off x="8701362" y="2765584"/>
              <a:ext cx="0" cy="631500"/>
            </a:xfrm>
            <a:prstGeom prst="line">
              <a:avLst/>
            </a:prstGeom>
            <a:ln w="38100"/>
          </p:spPr>
          <p:style>
            <a:lnRef idx="1">
              <a:schemeClr val="dk1"/>
            </a:lnRef>
            <a:fillRef idx="0">
              <a:schemeClr val="dk1"/>
            </a:fillRef>
            <a:effectRef idx="0">
              <a:schemeClr val="dk1"/>
            </a:effectRef>
            <a:fontRef idx="minor">
              <a:schemeClr val="tx1"/>
            </a:fontRef>
          </p:style>
        </p:cxnSp>
        <p:sp>
          <p:nvSpPr>
            <p:cNvPr id="244" name="Google Shape;210;p27">
              <a:extLst>
                <a:ext uri="{FF2B5EF4-FFF2-40B4-BE49-F238E27FC236}">
                  <a16:creationId xmlns:a16="http://schemas.microsoft.com/office/drawing/2014/main" id="{445B147F-FD70-4022-EF05-336015E53079}"/>
                </a:ext>
              </a:extLst>
            </p:cNvPr>
            <p:cNvSpPr/>
            <p:nvPr/>
          </p:nvSpPr>
          <p:spPr>
            <a:xfrm>
              <a:off x="8818792" y="2765584"/>
              <a:ext cx="631500" cy="631500"/>
            </a:xfrm>
            <a:prstGeom prst="ellipse">
              <a:avLst/>
            </a:prstGeom>
            <a:solidFill>
              <a:srgbClr val="92D050"/>
            </a:solidFill>
            <a:ln w="15425" cap="flat" cmpd="sng">
              <a:solidFill>
                <a:srgbClr val="082836"/>
              </a:solidFill>
              <a:prstDash val="solid"/>
              <a:miter lim="800000"/>
              <a:headEnd type="none" w="sm" len="sm"/>
              <a:tailEnd type="none" w="sm" len="sm"/>
            </a:ln>
          </p:spPr>
          <p:txBody>
            <a:bodyPr spcFirstLastPara="1" wrap="square" lIns="55550" tIns="27775" rIns="55550" bIns="27775" anchor="ctr" anchorCtr="0">
              <a:noAutofit/>
            </a:bodyPr>
            <a:lstStyle/>
            <a:p>
              <a:pPr marL="0" marR="0" lvl="0" indent="0" algn="ctr" rtl="0">
                <a:spcBef>
                  <a:spcPts val="0"/>
                </a:spcBef>
                <a:spcAft>
                  <a:spcPts val="0"/>
                </a:spcAft>
                <a:buNone/>
              </a:pPr>
              <a:r>
                <a:rPr lang="en" sz="1134" dirty="0">
                  <a:solidFill>
                    <a:schemeClr val="lt1"/>
                  </a:solidFill>
                </a:rPr>
                <a:t>t0</a:t>
              </a:r>
              <a:endParaRPr sz="1134" dirty="0">
                <a:solidFill>
                  <a:schemeClr val="lt1"/>
                </a:solidFill>
                <a:latin typeface="Arial"/>
                <a:ea typeface="Arial"/>
                <a:cs typeface="Arial"/>
                <a:sym typeface="Arial"/>
              </a:endParaRPr>
            </a:p>
          </p:txBody>
        </p:sp>
        <p:sp>
          <p:nvSpPr>
            <p:cNvPr id="245" name="Google Shape;218;p27">
              <a:extLst>
                <a:ext uri="{FF2B5EF4-FFF2-40B4-BE49-F238E27FC236}">
                  <a16:creationId xmlns:a16="http://schemas.microsoft.com/office/drawing/2014/main" id="{D92D5F91-B252-F776-B5A5-D5D32B80D9AC}"/>
                </a:ext>
              </a:extLst>
            </p:cNvPr>
            <p:cNvSpPr txBox="1"/>
            <p:nvPr/>
          </p:nvSpPr>
          <p:spPr>
            <a:xfrm>
              <a:off x="9730994" y="2493356"/>
              <a:ext cx="774306" cy="224927"/>
            </a:xfrm>
            <a:prstGeom prst="rect">
              <a:avLst/>
            </a:prstGeom>
            <a:noFill/>
            <a:ln>
              <a:noFill/>
            </a:ln>
          </p:spPr>
          <p:txBody>
            <a:bodyPr spcFirstLastPara="1" wrap="square" lIns="64700" tIns="32350" rIns="64700" bIns="32350" anchor="t" anchorCtr="0">
              <a:spAutoFit/>
            </a:bodyPr>
            <a:lstStyle/>
            <a:p>
              <a:pPr marL="0" marR="0" lvl="0" indent="0" algn="ctr" rtl="0">
                <a:spcBef>
                  <a:spcPts val="0"/>
                </a:spcBef>
                <a:spcAft>
                  <a:spcPts val="0"/>
                </a:spcAft>
                <a:buNone/>
              </a:pPr>
              <a:r>
                <a:rPr lang="en-US" sz="1037" dirty="0"/>
                <a:t>Today</a:t>
              </a:r>
              <a:endParaRPr sz="1037" dirty="0"/>
            </a:p>
          </p:txBody>
        </p:sp>
        <p:cxnSp>
          <p:nvCxnSpPr>
            <p:cNvPr id="246" name="Straight Connector 245">
              <a:extLst>
                <a:ext uri="{FF2B5EF4-FFF2-40B4-BE49-F238E27FC236}">
                  <a16:creationId xmlns:a16="http://schemas.microsoft.com/office/drawing/2014/main" id="{CC6A5DA4-D824-889D-470A-BBFA3B569B4F}"/>
                </a:ext>
              </a:extLst>
            </p:cNvPr>
            <p:cNvCxnSpPr>
              <a:cxnSpLocks/>
            </p:cNvCxnSpPr>
            <p:nvPr/>
          </p:nvCxnSpPr>
          <p:spPr>
            <a:xfrm>
              <a:off x="10149996" y="2779761"/>
              <a:ext cx="0" cy="631500"/>
            </a:xfrm>
            <a:prstGeom prst="line">
              <a:avLst/>
            </a:prstGeom>
            <a:ln w="38100"/>
          </p:spPr>
          <p:style>
            <a:lnRef idx="1">
              <a:schemeClr val="dk1"/>
            </a:lnRef>
            <a:fillRef idx="0">
              <a:schemeClr val="dk1"/>
            </a:fillRef>
            <a:effectRef idx="0">
              <a:schemeClr val="dk1"/>
            </a:effectRef>
            <a:fontRef idx="minor">
              <a:schemeClr val="tx1"/>
            </a:fontRef>
          </p:style>
        </p:cxnSp>
        <p:sp>
          <p:nvSpPr>
            <p:cNvPr id="263" name="Google Shape;220;p27">
              <a:extLst>
                <a:ext uri="{FF2B5EF4-FFF2-40B4-BE49-F238E27FC236}">
                  <a16:creationId xmlns:a16="http://schemas.microsoft.com/office/drawing/2014/main" id="{F36049EB-CF71-9968-42ED-9D940821EFAB}"/>
                </a:ext>
              </a:extLst>
            </p:cNvPr>
            <p:cNvSpPr/>
            <p:nvPr/>
          </p:nvSpPr>
          <p:spPr>
            <a:xfrm>
              <a:off x="2751028" y="2770688"/>
              <a:ext cx="631500" cy="631500"/>
            </a:xfrm>
            <a:prstGeom prst="ellipse">
              <a:avLst/>
            </a:prstGeom>
            <a:solidFill>
              <a:schemeClr val="dk1"/>
            </a:solidFill>
            <a:ln w="15425" cap="flat" cmpd="sng">
              <a:solidFill>
                <a:srgbClr val="082836"/>
              </a:solidFill>
              <a:prstDash val="solid"/>
              <a:miter lim="800000"/>
              <a:headEnd type="none" w="sm" len="sm"/>
              <a:tailEnd type="none" w="sm" len="sm"/>
            </a:ln>
          </p:spPr>
          <p:txBody>
            <a:bodyPr spcFirstLastPara="1" wrap="square" lIns="55550" tIns="27775" rIns="55550" bIns="27775" anchor="ctr" anchorCtr="0">
              <a:noAutofit/>
            </a:bodyPr>
            <a:lstStyle/>
            <a:p>
              <a:pPr marL="0" marR="0" lvl="0" indent="0" algn="ctr" rtl="0">
                <a:spcBef>
                  <a:spcPts val="0"/>
                </a:spcBef>
                <a:spcAft>
                  <a:spcPts val="0"/>
                </a:spcAft>
                <a:buNone/>
              </a:pPr>
              <a:r>
                <a:rPr lang="en" sz="1100" dirty="0">
                  <a:solidFill>
                    <a:schemeClr val="lt1"/>
                  </a:solidFill>
                  <a:latin typeface="Arial"/>
                  <a:ea typeface="Arial"/>
                  <a:cs typeface="Arial"/>
                  <a:sym typeface="Arial"/>
                </a:rPr>
                <a:t>L1</a:t>
              </a:r>
              <a:endParaRPr sz="1100" dirty="0">
                <a:solidFill>
                  <a:schemeClr val="lt1"/>
                </a:solidFill>
              </a:endParaRPr>
            </a:p>
          </p:txBody>
        </p:sp>
        <p:sp>
          <p:nvSpPr>
            <p:cNvPr id="314" name="Google Shape;218;p27">
              <a:extLst>
                <a:ext uri="{FF2B5EF4-FFF2-40B4-BE49-F238E27FC236}">
                  <a16:creationId xmlns:a16="http://schemas.microsoft.com/office/drawing/2014/main" id="{7436058C-71C1-6CCB-DD16-EA58C1B267BF}"/>
                </a:ext>
              </a:extLst>
            </p:cNvPr>
            <p:cNvSpPr txBox="1"/>
            <p:nvPr/>
          </p:nvSpPr>
          <p:spPr>
            <a:xfrm>
              <a:off x="3708053" y="2479179"/>
              <a:ext cx="1316750" cy="224927"/>
            </a:xfrm>
            <a:prstGeom prst="rect">
              <a:avLst/>
            </a:prstGeom>
            <a:noFill/>
            <a:ln>
              <a:noFill/>
            </a:ln>
          </p:spPr>
          <p:txBody>
            <a:bodyPr spcFirstLastPara="1" wrap="square" lIns="64700" tIns="32350" rIns="64700" bIns="32350" anchor="t" anchorCtr="0">
              <a:spAutoFit/>
            </a:bodyPr>
            <a:lstStyle/>
            <a:p>
              <a:pPr marL="0" marR="0" lvl="0" indent="0" algn="ctr" rtl="0">
                <a:spcBef>
                  <a:spcPts val="0"/>
                </a:spcBef>
                <a:spcAft>
                  <a:spcPts val="0"/>
                </a:spcAft>
                <a:buNone/>
              </a:pPr>
              <a:r>
                <a:rPr lang="en-US" sz="1037" dirty="0"/>
                <a:t>Center observation</a:t>
              </a:r>
              <a:endParaRPr sz="1037" dirty="0"/>
            </a:p>
          </p:txBody>
        </p:sp>
        <p:cxnSp>
          <p:nvCxnSpPr>
            <p:cNvPr id="315" name="Straight Connector 314">
              <a:extLst>
                <a:ext uri="{FF2B5EF4-FFF2-40B4-BE49-F238E27FC236}">
                  <a16:creationId xmlns:a16="http://schemas.microsoft.com/office/drawing/2014/main" id="{98E9B01F-E9B0-C2AD-ACF8-3E46340A4A00}"/>
                </a:ext>
              </a:extLst>
            </p:cNvPr>
            <p:cNvCxnSpPr>
              <a:cxnSpLocks/>
            </p:cNvCxnSpPr>
            <p:nvPr/>
          </p:nvCxnSpPr>
          <p:spPr>
            <a:xfrm>
              <a:off x="4366428" y="2697852"/>
              <a:ext cx="0" cy="253689"/>
            </a:xfrm>
            <a:prstGeom prst="line">
              <a:avLst/>
            </a:prstGeom>
            <a:ln w="38100"/>
          </p:spPr>
          <p:style>
            <a:lnRef idx="1">
              <a:schemeClr val="dk1"/>
            </a:lnRef>
            <a:fillRef idx="0">
              <a:schemeClr val="dk1"/>
            </a:fillRef>
            <a:effectRef idx="0">
              <a:schemeClr val="dk1"/>
            </a:effectRef>
            <a:fontRef idx="minor">
              <a:schemeClr val="tx1"/>
            </a:fontRef>
          </p:style>
        </p:cxnSp>
        <p:sp>
          <p:nvSpPr>
            <p:cNvPr id="352" name="Google Shape;215;p27">
              <a:extLst>
                <a:ext uri="{FF2B5EF4-FFF2-40B4-BE49-F238E27FC236}">
                  <a16:creationId xmlns:a16="http://schemas.microsoft.com/office/drawing/2014/main" id="{0C0845C7-0C9C-4EAC-10E3-0151651A3533}"/>
                </a:ext>
              </a:extLst>
            </p:cNvPr>
            <p:cNvSpPr/>
            <p:nvPr/>
          </p:nvSpPr>
          <p:spPr>
            <a:xfrm>
              <a:off x="9458309" y="2765584"/>
              <a:ext cx="631500" cy="631500"/>
            </a:xfrm>
            <a:prstGeom prst="ellipse">
              <a:avLst/>
            </a:prstGeom>
            <a:noFill/>
            <a:ln w="15425" cap="flat" cmpd="sng">
              <a:solidFill>
                <a:srgbClr val="082836"/>
              </a:solidFill>
              <a:prstDash val="dash"/>
              <a:miter lim="800000"/>
              <a:headEnd type="none" w="sm" len="sm"/>
              <a:tailEnd type="none" w="sm" len="sm"/>
            </a:ln>
          </p:spPr>
          <p:txBody>
            <a:bodyPr spcFirstLastPara="1" wrap="square" lIns="55550" tIns="27775" rIns="55550" bIns="27775" anchor="ctr" anchorCtr="0">
              <a:noAutofit/>
            </a:bodyPr>
            <a:lstStyle/>
            <a:p>
              <a:pPr marL="0" marR="0" lvl="0" indent="0" algn="ctr" rtl="0">
                <a:spcBef>
                  <a:spcPts val="0"/>
                </a:spcBef>
                <a:spcAft>
                  <a:spcPts val="0"/>
                </a:spcAft>
                <a:buNone/>
              </a:pPr>
              <a:r>
                <a:rPr lang="en" sz="1701" dirty="0">
                  <a:solidFill>
                    <a:schemeClr val="dk1"/>
                  </a:solidFill>
                  <a:latin typeface="Arial"/>
                  <a:ea typeface="Arial"/>
                  <a:cs typeface="Arial"/>
                  <a:sym typeface="Arial"/>
                </a:rPr>
                <a:t>-</a:t>
              </a:r>
              <a:endParaRPr sz="891" dirty="0"/>
            </a:p>
          </p:txBody>
        </p:sp>
        <p:sp>
          <p:nvSpPr>
            <p:cNvPr id="668" name="Google Shape;211;p27">
              <a:extLst>
                <a:ext uri="{FF2B5EF4-FFF2-40B4-BE49-F238E27FC236}">
                  <a16:creationId xmlns:a16="http://schemas.microsoft.com/office/drawing/2014/main" id="{755F20B3-DECA-921A-51F6-F78BB7ABA11E}"/>
                </a:ext>
              </a:extLst>
            </p:cNvPr>
            <p:cNvSpPr/>
            <p:nvPr/>
          </p:nvSpPr>
          <p:spPr>
            <a:xfrm>
              <a:off x="-463929" y="2775070"/>
              <a:ext cx="631500" cy="631500"/>
            </a:xfrm>
            <a:prstGeom prst="ellipse">
              <a:avLst/>
            </a:prstGeom>
            <a:solidFill>
              <a:schemeClr val="accent1"/>
            </a:solidFill>
            <a:ln w="15425" cap="flat" cmpd="sng">
              <a:solidFill>
                <a:srgbClr val="082836"/>
              </a:solidFill>
              <a:prstDash val="solid"/>
              <a:miter lim="800000"/>
              <a:headEnd type="none" w="sm" len="sm"/>
              <a:tailEnd type="none" w="sm" len="sm"/>
            </a:ln>
          </p:spPr>
          <p:txBody>
            <a:bodyPr spcFirstLastPara="1" wrap="square" lIns="55550" tIns="27775" rIns="55550" bIns="27775" anchor="ctr" anchorCtr="0">
              <a:noAutofit/>
            </a:bodyPr>
            <a:lstStyle/>
            <a:p>
              <a:pPr marL="0" marR="0" lvl="0" indent="0" algn="ctr" rtl="0">
                <a:spcBef>
                  <a:spcPts val="0"/>
                </a:spcBef>
                <a:spcAft>
                  <a:spcPts val="0"/>
                </a:spcAft>
                <a:buNone/>
              </a:pPr>
              <a:r>
                <a:rPr lang="en" sz="1134" dirty="0">
                  <a:solidFill>
                    <a:schemeClr val="lt1"/>
                  </a:solidFill>
                </a:rPr>
                <a:t>L2</a:t>
              </a:r>
              <a:endParaRPr sz="1134" dirty="0">
                <a:solidFill>
                  <a:schemeClr val="lt1"/>
                </a:solidFill>
                <a:latin typeface="Arial"/>
                <a:ea typeface="Arial"/>
                <a:cs typeface="Arial"/>
                <a:sym typeface="Arial"/>
              </a:endParaRPr>
            </a:p>
          </p:txBody>
        </p:sp>
      </p:grpSp>
      <p:sp>
        <p:nvSpPr>
          <p:cNvPr id="307" name="TextBox 306">
            <a:extLst>
              <a:ext uri="{FF2B5EF4-FFF2-40B4-BE49-F238E27FC236}">
                <a16:creationId xmlns:a16="http://schemas.microsoft.com/office/drawing/2014/main" id="{A58E0F64-E6BF-31DA-F7BF-EADC2D9A3050}"/>
              </a:ext>
            </a:extLst>
          </p:cNvPr>
          <p:cNvSpPr txBox="1"/>
          <p:nvPr/>
        </p:nvSpPr>
        <p:spPr>
          <a:xfrm>
            <a:off x="-608500" y="-1845734"/>
            <a:ext cx="2587568" cy="307777"/>
          </a:xfrm>
          <a:prstGeom prst="rect">
            <a:avLst/>
          </a:prstGeom>
          <a:noFill/>
        </p:spPr>
        <p:txBody>
          <a:bodyPr wrap="none" rtlCol="0">
            <a:spAutoFit/>
          </a:bodyPr>
          <a:lstStyle/>
          <a:p>
            <a:r>
              <a:rPr lang="en-CH" b="1" dirty="0"/>
              <a:t>a) Run after acquisition at t0</a:t>
            </a:r>
          </a:p>
        </p:txBody>
      </p:sp>
      <p:sp>
        <p:nvSpPr>
          <p:cNvPr id="308" name="TextBox 307">
            <a:extLst>
              <a:ext uri="{FF2B5EF4-FFF2-40B4-BE49-F238E27FC236}">
                <a16:creationId xmlns:a16="http://schemas.microsoft.com/office/drawing/2014/main" id="{C18ABAFD-1BE6-7747-2246-ED7A7892703C}"/>
              </a:ext>
            </a:extLst>
          </p:cNvPr>
          <p:cNvSpPr txBox="1"/>
          <p:nvPr/>
        </p:nvSpPr>
        <p:spPr>
          <a:xfrm>
            <a:off x="-608500" y="5333999"/>
            <a:ext cx="2428870" cy="307777"/>
          </a:xfrm>
          <a:prstGeom prst="rect">
            <a:avLst/>
          </a:prstGeom>
          <a:noFill/>
        </p:spPr>
        <p:txBody>
          <a:bodyPr wrap="none" rtlCol="0">
            <a:spAutoFit/>
          </a:bodyPr>
          <a:lstStyle/>
          <a:p>
            <a:r>
              <a:rPr lang="en-CH" b="1" dirty="0"/>
              <a:t>b) Run an acquisition later</a:t>
            </a:r>
          </a:p>
        </p:txBody>
      </p:sp>
      <p:sp>
        <p:nvSpPr>
          <p:cNvPr id="309" name="TextBox 308">
            <a:extLst>
              <a:ext uri="{FF2B5EF4-FFF2-40B4-BE49-F238E27FC236}">
                <a16:creationId xmlns:a16="http://schemas.microsoft.com/office/drawing/2014/main" id="{29F1B061-1AC2-CF8B-2C7E-2537DFBA695D}"/>
              </a:ext>
            </a:extLst>
          </p:cNvPr>
          <p:cNvSpPr txBox="1"/>
          <p:nvPr/>
        </p:nvSpPr>
        <p:spPr>
          <a:xfrm>
            <a:off x="-608500" y="10312988"/>
            <a:ext cx="2618024" cy="307777"/>
          </a:xfrm>
          <a:prstGeom prst="rect">
            <a:avLst/>
          </a:prstGeom>
          <a:noFill/>
        </p:spPr>
        <p:txBody>
          <a:bodyPr wrap="none" rtlCol="0">
            <a:spAutoFit/>
          </a:bodyPr>
          <a:lstStyle/>
          <a:p>
            <a:r>
              <a:rPr lang="en-CH" b="1" dirty="0"/>
              <a:t>c) Run two acquisitions later</a:t>
            </a:r>
          </a:p>
        </p:txBody>
      </p:sp>
      <p:grpSp>
        <p:nvGrpSpPr>
          <p:cNvPr id="319" name="Group 318">
            <a:extLst>
              <a:ext uri="{FF2B5EF4-FFF2-40B4-BE49-F238E27FC236}">
                <a16:creationId xmlns:a16="http://schemas.microsoft.com/office/drawing/2014/main" id="{6ADA27CB-4295-B1AD-1B6B-C06575CB75F8}"/>
              </a:ext>
            </a:extLst>
          </p:cNvPr>
          <p:cNvGrpSpPr/>
          <p:nvPr/>
        </p:nvGrpSpPr>
        <p:grpSpPr>
          <a:xfrm>
            <a:off x="-467553" y="10636808"/>
            <a:ext cx="11800390" cy="3287312"/>
            <a:chOff x="-467553" y="6812850"/>
            <a:chExt cx="11800390" cy="3287312"/>
          </a:xfrm>
        </p:grpSpPr>
        <p:grpSp>
          <p:nvGrpSpPr>
            <p:cNvPr id="281" name="Group 280">
              <a:extLst>
                <a:ext uri="{FF2B5EF4-FFF2-40B4-BE49-F238E27FC236}">
                  <a16:creationId xmlns:a16="http://schemas.microsoft.com/office/drawing/2014/main" id="{C9D812C3-1142-3F43-FA5B-9813FB623DDD}"/>
                </a:ext>
              </a:extLst>
            </p:cNvPr>
            <p:cNvGrpSpPr/>
            <p:nvPr/>
          </p:nvGrpSpPr>
          <p:grpSpPr>
            <a:xfrm>
              <a:off x="-467553" y="6812850"/>
              <a:ext cx="11800390" cy="3287312"/>
              <a:chOff x="-471950" y="600700"/>
              <a:chExt cx="11800390" cy="3287312"/>
            </a:xfrm>
          </p:grpSpPr>
          <p:sp>
            <p:nvSpPr>
              <p:cNvPr id="282" name="Google Shape;204;p27">
                <a:extLst>
                  <a:ext uri="{FF2B5EF4-FFF2-40B4-BE49-F238E27FC236}">
                    <a16:creationId xmlns:a16="http://schemas.microsoft.com/office/drawing/2014/main" id="{A2C4BCB5-262A-F3F6-BD46-9C1059CD9B4F}"/>
                  </a:ext>
                </a:extLst>
              </p:cNvPr>
              <p:cNvSpPr/>
              <p:nvPr/>
            </p:nvSpPr>
            <p:spPr>
              <a:xfrm>
                <a:off x="2101544" y="2415959"/>
                <a:ext cx="9075406" cy="1472053"/>
              </a:xfrm>
              <a:prstGeom prst="rect">
                <a:avLst/>
              </a:prstGeom>
              <a:solidFill>
                <a:srgbClr val="BEF2C7">
                  <a:alpha val="31760"/>
                </a:srgbClr>
              </a:solidFill>
              <a:ln w="17975" cap="flat" cmpd="sng">
                <a:solidFill>
                  <a:srgbClr val="082836"/>
                </a:solidFill>
                <a:prstDash val="solid"/>
                <a:miter lim="800000"/>
                <a:headEnd type="none" w="sm" len="sm"/>
                <a:tailEnd type="none" w="sm" len="sm"/>
              </a:ln>
            </p:spPr>
            <p:txBody>
              <a:bodyPr spcFirstLastPara="1" wrap="square" lIns="64700" tIns="32350" rIns="64700" bIns="32350" anchor="t" anchorCtr="0">
                <a:noAutofit/>
              </a:bodyPr>
              <a:lstStyle/>
              <a:p>
                <a:pPr marL="0" marR="0" lvl="0" indent="0" algn="l" rtl="0">
                  <a:spcBef>
                    <a:spcPts val="0"/>
                  </a:spcBef>
                  <a:spcAft>
                    <a:spcPts val="0"/>
                  </a:spcAft>
                  <a:buNone/>
                </a:pPr>
                <a:r>
                  <a:rPr lang="en" sz="1320" b="0" i="0" u="none" strike="noStrike" cap="none" dirty="0">
                    <a:solidFill>
                      <a:schemeClr val="dk1"/>
                    </a:solidFill>
                    <a:latin typeface="Arial"/>
                    <a:ea typeface="Arial"/>
                    <a:cs typeface="Arial"/>
                    <a:sym typeface="Arial"/>
                  </a:rPr>
                  <a:t>7-observation moving window:</a:t>
                </a:r>
                <a:endParaRPr sz="1037" dirty="0"/>
              </a:p>
            </p:txBody>
          </p:sp>
          <p:sp>
            <p:nvSpPr>
              <p:cNvPr id="283" name="Google Shape;205;p27">
                <a:extLst>
                  <a:ext uri="{FF2B5EF4-FFF2-40B4-BE49-F238E27FC236}">
                    <a16:creationId xmlns:a16="http://schemas.microsoft.com/office/drawing/2014/main" id="{6C443776-C22F-7678-60A1-257A0DFCCF68}"/>
                  </a:ext>
                </a:extLst>
              </p:cNvPr>
              <p:cNvSpPr/>
              <p:nvPr/>
            </p:nvSpPr>
            <p:spPr>
              <a:xfrm>
                <a:off x="821909" y="2775070"/>
                <a:ext cx="631500" cy="631500"/>
              </a:xfrm>
              <a:prstGeom prst="ellipse">
                <a:avLst/>
              </a:prstGeom>
              <a:solidFill>
                <a:schemeClr val="accent1"/>
              </a:solidFill>
              <a:ln w="15425" cap="flat" cmpd="sng">
                <a:solidFill>
                  <a:srgbClr val="082836"/>
                </a:solidFill>
                <a:prstDash val="solid"/>
                <a:miter lim="800000"/>
                <a:headEnd type="none" w="sm" len="sm"/>
                <a:tailEnd type="none" w="sm" len="sm"/>
              </a:ln>
            </p:spPr>
            <p:txBody>
              <a:bodyPr spcFirstLastPara="1" wrap="square" lIns="55550" tIns="27775" rIns="55550" bIns="27775" anchor="ctr" anchorCtr="0">
                <a:noAutofit/>
              </a:bodyPr>
              <a:lstStyle/>
              <a:p>
                <a:pPr marL="0" marR="0" lvl="0" indent="0" algn="ctr" rtl="0">
                  <a:spcBef>
                    <a:spcPts val="0"/>
                  </a:spcBef>
                  <a:spcAft>
                    <a:spcPts val="0"/>
                  </a:spcAft>
                  <a:buNone/>
                </a:pPr>
                <a:r>
                  <a:rPr lang="en" sz="1134" dirty="0">
                    <a:solidFill>
                      <a:schemeClr val="lt1"/>
                    </a:solidFill>
                  </a:rPr>
                  <a:t>L2</a:t>
                </a:r>
                <a:endParaRPr sz="1134" dirty="0">
                  <a:solidFill>
                    <a:schemeClr val="lt1"/>
                  </a:solidFill>
                  <a:latin typeface="Arial"/>
                  <a:ea typeface="Arial"/>
                  <a:cs typeface="Arial"/>
                  <a:sym typeface="Arial"/>
                </a:endParaRPr>
              </a:p>
            </p:txBody>
          </p:sp>
          <p:sp>
            <p:nvSpPr>
              <p:cNvPr id="284" name="Google Shape;206;p27">
                <a:extLst>
                  <a:ext uri="{FF2B5EF4-FFF2-40B4-BE49-F238E27FC236}">
                    <a16:creationId xmlns:a16="http://schemas.microsoft.com/office/drawing/2014/main" id="{65197122-209A-76A1-6221-1170A40B94A6}"/>
                  </a:ext>
                </a:extLst>
              </p:cNvPr>
              <p:cNvSpPr/>
              <p:nvPr/>
            </p:nvSpPr>
            <p:spPr>
              <a:xfrm>
                <a:off x="2100002" y="2775098"/>
                <a:ext cx="631500" cy="631500"/>
              </a:xfrm>
              <a:prstGeom prst="ellipse">
                <a:avLst/>
              </a:prstGeom>
              <a:solidFill>
                <a:schemeClr val="accent1"/>
              </a:solidFill>
              <a:ln w="15425" cap="flat" cmpd="sng">
                <a:solidFill>
                  <a:srgbClr val="082836"/>
                </a:solidFill>
                <a:prstDash val="solid"/>
                <a:miter lim="800000"/>
                <a:headEnd type="none" w="sm" len="sm"/>
                <a:tailEnd type="none" w="sm" len="sm"/>
              </a:ln>
            </p:spPr>
            <p:txBody>
              <a:bodyPr spcFirstLastPara="1" wrap="square" lIns="55550" tIns="27775" rIns="55550" bIns="27775" anchor="ctr" anchorCtr="0">
                <a:noAutofit/>
              </a:bodyPr>
              <a:lstStyle/>
              <a:p>
                <a:pPr lvl="0" algn="ctr"/>
                <a:r>
                  <a:rPr lang="en" sz="600" dirty="0">
                    <a:solidFill>
                      <a:schemeClr val="lt1"/>
                    </a:solidFill>
                  </a:rPr>
                  <a:t>updated </a:t>
                </a:r>
              </a:p>
              <a:p>
                <a:pPr lvl="0" algn="ctr"/>
                <a:r>
                  <a:rPr lang="en" sz="1134" dirty="0">
                    <a:solidFill>
                      <a:schemeClr val="lt1"/>
                    </a:solidFill>
                  </a:rPr>
                  <a:t>t-6</a:t>
                </a:r>
                <a:br>
                  <a:rPr lang="en" sz="1134" dirty="0">
                    <a:solidFill>
                      <a:schemeClr val="lt1"/>
                    </a:solidFill>
                  </a:rPr>
                </a:br>
                <a:r>
                  <a:rPr lang="en" sz="1134" dirty="0">
                    <a:solidFill>
                      <a:schemeClr val="lt1"/>
                    </a:solidFill>
                  </a:rPr>
                  <a:t>(L1)</a:t>
                </a:r>
                <a:endParaRPr sz="1134" dirty="0">
                  <a:solidFill>
                    <a:schemeClr val="lt1"/>
                  </a:solidFill>
                  <a:latin typeface="Arial"/>
                  <a:ea typeface="Arial"/>
                  <a:cs typeface="Arial"/>
                  <a:sym typeface="Arial"/>
                </a:endParaRPr>
              </a:p>
            </p:txBody>
          </p:sp>
          <p:sp>
            <p:nvSpPr>
              <p:cNvPr id="285" name="Google Shape;207;p27">
                <a:extLst>
                  <a:ext uri="{FF2B5EF4-FFF2-40B4-BE49-F238E27FC236}">
                    <a16:creationId xmlns:a16="http://schemas.microsoft.com/office/drawing/2014/main" id="{C551DD26-4501-5416-EC33-FED50E59799D}"/>
                  </a:ext>
                </a:extLst>
              </p:cNvPr>
              <p:cNvSpPr/>
              <p:nvPr/>
            </p:nvSpPr>
            <p:spPr>
              <a:xfrm>
                <a:off x="3398463" y="2775098"/>
                <a:ext cx="631500" cy="631500"/>
              </a:xfrm>
              <a:prstGeom prst="ellipse">
                <a:avLst/>
              </a:prstGeom>
              <a:solidFill>
                <a:schemeClr val="accent1"/>
              </a:solidFill>
              <a:ln w="15425" cap="flat" cmpd="sng">
                <a:solidFill>
                  <a:srgbClr val="082836"/>
                </a:solidFill>
                <a:prstDash val="solid"/>
                <a:miter lim="800000"/>
                <a:headEnd type="none" w="sm" len="sm"/>
                <a:tailEnd type="none" w="sm" len="sm"/>
              </a:ln>
            </p:spPr>
            <p:txBody>
              <a:bodyPr spcFirstLastPara="1" wrap="square" lIns="55550" tIns="27775" rIns="55550" bIns="27775" anchor="ctr" anchorCtr="0">
                <a:noAutofit/>
              </a:bodyPr>
              <a:lstStyle/>
              <a:p>
                <a:pPr lvl="0" algn="ctr"/>
                <a:r>
                  <a:rPr lang="en" sz="600" dirty="0">
                    <a:solidFill>
                      <a:schemeClr val="lt1"/>
                    </a:solidFill>
                  </a:rPr>
                  <a:t>updated </a:t>
                </a:r>
                <a:br>
                  <a:rPr lang="en" sz="800" dirty="0">
                    <a:solidFill>
                      <a:schemeClr val="lt1"/>
                    </a:solidFill>
                  </a:rPr>
                </a:br>
                <a:r>
                  <a:rPr lang="en" sz="1134" dirty="0">
                    <a:solidFill>
                      <a:schemeClr val="lt1"/>
                    </a:solidFill>
                  </a:rPr>
                  <a:t>t-5</a:t>
                </a:r>
                <a:br>
                  <a:rPr lang="en" sz="1134" dirty="0">
                    <a:solidFill>
                      <a:schemeClr val="lt1"/>
                    </a:solidFill>
                  </a:rPr>
                </a:br>
                <a:r>
                  <a:rPr lang="en" sz="1134" dirty="0">
                    <a:solidFill>
                      <a:schemeClr val="lt1"/>
                    </a:solidFill>
                  </a:rPr>
                  <a:t>(L1)</a:t>
                </a:r>
                <a:endParaRPr sz="1134" dirty="0">
                  <a:solidFill>
                    <a:schemeClr val="lt1"/>
                  </a:solidFill>
                  <a:latin typeface="Arial"/>
                  <a:ea typeface="Arial"/>
                  <a:cs typeface="Arial"/>
                  <a:sym typeface="Arial"/>
                </a:endParaRPr>
              </a:p>
            </p:txBody>
          </p:sp>
          <p:sp>
            <p:nvSpPr>
              <p:cNvPr id="286" name="Google Shape;208;p27">
                <a:extLst>
                  <a:ext uri="{FF2B5EF4-FFF2-40B4-BE49-F238E27FC236}">
                    <a16:creationId xmlns:a16="http://schemas.microsoft.com/office/drawing/2014/main" id="{E3E3A0C8-B934-CE3A-D713-7A4839D3FDA7}"/>
                  </a:ext>
                </a:extLst>
              </p:cNvPr>
              <p:cNvSpPr/>
              <p:nvPr/>
            </p:nvSpPr>
            <p:spPr>
              <a:xfrm>
                <a:off x="4047694" y="2775098"/>
                <a:ext cx="631500" cy="631500"/>
              </a:xfrm>
              <a:prstGeom prst="ellipse">
                <a:avLst/>
              </a:prstGeom>
              <a:solidFill>
                <a:schemeClr val="accent1"/>
              </a:solidFill>
              <a:ln w="15425" cap="flat" cmpd="sng">
                <a:solidFill>
                  <a:srgbClr val="082836"/>
                </a:solidFill>
                <a:prstDash val="solid"/>
                <a:miter lim="800000"/>
                <a:headEnd type="none" w="sm" len="sm"/>
                <a:tailEnd type="none" w="sm" len="sm"/>
              </a:ln>
            </p:spPr>
            <p:txBody>
              <a:bodyPr spcFirstLastPara="1" wrap="square" lIns="55550" tIns="27775" rIns="55550" bIns="27775" anchor="ctr" anchorCtr="0">
                <a:noAutofit/>
              </a:bodyPr>
              <a:lstStyle/>
              <a:p>
                <a:pPr lvl="0" algn="ctr"/>
                <a:r>
                  <a:rPr lang="en" sz="600" dirty="0">
                    <a:solidFill>
                      <a:schemeClr val="lt1"/>
                    </a:solidFill>
                  </a:rPr>
                  <a:t>updated</a:t>
                </a:r>
              </a:p>
              <a:p>
                <a:pPr lvl="0" algn="ctr"/>
                <a:r>
                  <a:rPr lang="en" sz="1134" dirty="0">
                    <a:solidFill>
                      <a:schemeClr val="lt1"/>
                    </a:solidFill>
                  </a:rPr>
                  <a:t>t-4</a:t>
                </a:r>
                <a:br>
                  <a:rPr lang="en" sz="1134" dirty="0">
                    <a:solidFill>
                      <a:schemeClr val="lt1"/>
                    </a:solidFill>
                  </a:rPr>
                </a:br>
                <a:r>
                  <a:rPr lang="en" sz="1134" dirty="0">
                    <a:solidFill>
                      <a:schemeClr val="lt1"/>
                    </a:solidFill>
                  </a:rPr>
                  <a:t>(L1)</a:t>
                </a:r>
                <a:endParaRPr sz="1134" dirty="0">
                  <a:solidFill>
                    <a:schemeClr val="lt1"/>
                  </a:solidFill>
                  <a:latin typeface="Arial"/>
                  <a:ea typeface="Arial"/>
                  <a:cs typeface="Arial"/>
                  <a:sym typeface="Arial"/>
                </a:endParaRPr>
              </a:p>
            </p:txBody>
          </p:sp>
          <p:sp>
            <p:nvSpPr>
              <p:cNvPr id="287" name="Google Shape;209;p27">
                <a:extLst>
                  <a:ext uri="{FF2B5EF4-FFF2-40B4-BE49-F238E27FC236}">
                    <a16:creationId xmlns:a16="http://schemas.microsoft.com/office/drawing/2014/main" id="{7B3D3F12-2293-1115-72B3-1A17C540DFD3}"/>
                  </a:ext>
                </a:extLst>
              </p:cNvPr>
              <p:cNvSpPr/>
              <p:nvPr/>
            </p:nvSpPr>
            <p:spPr>
              <a:xfrm>
                <a:off x="5346154" y="2788415"/>
                <a:ext cx="631500" cy="631500"/>
              </a:xfrm>
              <a:prstGeom prst="ellipse">
                <a:avLst/>
              </a:prstGeom>
              <a:solidFill>
                <a:srgbClr val="92D050"/>
              </a:solidFill>
              <a:ln w="15425" cap="flat" cmpd="sng">
                <a:solidFill>
                  <a:srgbClr val="082836"/>
                </a:solidFill>
                <a:prstDash val="solid"/>
                <a:miter lim="800000"/>
                <a:headEnd type="none" w="sm" len="sm"/>
                <a:tailEnd type="none" w="sm" len="sm"/>
              </a:ln>
            </p:spPr>
            <p:txBody>
              <a:bodyPr spcFirstLastPara="1" wrap="square" lIns="55550" tIns="27775" rIns="55550" bIns="27775" anchor="ctr" anchorCtr="0">
                <a:noAutofit/>
              </a:bodyPr>
              <a:lstStyle/>
              <a:p>
                <a:pPr marL="0" marR="0" lvl="0" indent="0" algn="ctr" rtl="0">
                  <a:spcBef>
                    <a:spcPts val="0"/>
                  </a:spcBef>
                  <a:spcAft>
                    <a:spcPts val="0"/>
                  </a:spcAft>
                  <a:buNone/>
                </a:pPr>
                <a:r>
                  <a:rPr lang="en" sz="1134" dirty="0">
                    <a:solidFill>
                      <a:schemeClr val="lt1"/>
                    </a:solidFill>
                  </a:rPr>
                  <a:t>t-3</a:t>
                </a:r>
                <a:endParaRPr sz="1134" dirty="0">
                  <a:solidFill>
                    <a:schemeClr val="lt1"/>
                  </a:solidFill>
                  <a:latin typeface="Arial"/>
                  <a:ea typeface="Arial"/>
                  <a:cs typeface="Arial"/>
                  <a:sym typeface="Arial"/>
                </a:endParaRPr>
              </a:p>
            </p:txBody>
          </p:sp>
          <p:sp>
            <p:nvSpPr>
              <p:cNvPr id="288" name="Google Shape;210;p27">
                <a:extLst>
                  <a:ext uri="{FF2B5EF4-FFF2-40B4-BE49-F238E27FC236}">
                    <a16:creationId xmlns:a16="http://schemas.microsoft.com/office/drawing/2014/main" id="{65C07B83-B53D-A1E3-BF88-5C241A45C317}"/>
                  </a:ext>
                </a:extLst>
              </p:cNvPr>
              <p:cNvSpPr/>
              <p:nvPr/>
            </p:nvSpPr>
            <p:spPr>
              <a:xfrm>
                <a:off x="7293844" y="2775098"/>
                <a:ext cx="631500" cy="631500"/>
              </a:xfrm>
              <a:prstGeom prst="ellipse">
                <a:avLst/>
              </a:prstGeom>
              <a:solidFill>
                <a:srgbClr val="92D050"/>
              </a:solidFill>
              <a:ln w="15425" cap="flat" cmpd="sng">
                <a:solidFill>
                  <a:srgbClr val="082836"/>
                </a:solidFill>
                <a:prstDash val="solid"/>
                <a:miter lim="800000"/>
                <a:headEnd type="none" w="sm" len="sm"/>
                <a:tailEnd type="none" w="sm" len="sm"/>
              </a:ln>
            </p:spPr>
            <p:txBody>
              <a:bodyPr spcFirstLastPara="1" wrap="square" lIns="55550" tIns="27775" rIns="55550" bIns="27775" anchor="ctr" anchorCtr="0">
                <a:noAutofit/>
              </a:bodyPr>
              <a:lstStyle/>
              <a:p>
                <a:pPr algn="ctr"/>
                <a:r>
                  <a:rPr lang="en-GB" sz="1134" dirty="0">
                    <a:solidFill>
                      <a:schemeClr val="lt1"/>
                    </a:solidFill>
                  </a:rPr>
                  <a:t>t-2</a:t>
                </a:r>
              </a:p>
            </p:txBody>
          </p:sp>
          <p:sp>
            <p:nvSpPr>
              <p:cNvPr id="289" name="Google Shape;211;p27">
                <a:extLst>
                  <a:ext uri="{FF2B5EF4-FFF2-40B4-BE49-F238E27FC236}">
                    <a16:creationId xmlns:a16="http://schemas.microsoft.com/office/drawing/2014/main" id="{125E9930-A78C-A01B-AEA5-AD13C64BB44D}"/>
                  </a:ext>
                </a:extLst>
              </p:cNvPr>
              <p:cNvSpPr/>
              <p:nvPr/>
            </p:nvSpPr>
            <p:spPr>
              <a:xfrm>
                <a:off x="172679" y="2775070"/>
                <a:ext cx="631500" cy="631500"/>
              </a:xfrm>
              <a:prstGeom prst="ellipse">
                <a:avLst/>
              </a:prstGeom>
              <a:solidFill>
                <a:schemeClr val="accent1"/>
              </a:solidFill>
              <a:ln w="15425" cap="flat" cmpd="sng">
                <a:solidFill>
                  <a:srgbClr val="082836"/>
                </a:solidFill>
                <a:prstDash val="solid"/>
                <a:miter lim="800000"/>
                <a:headEnd type="none" w="sm" len="sm"/>
                <a:tailEnd type="none" w="sm" len="sm"/>
              </a:ln>
            </p:spPr>
            <p:txBody>
              <a:bodyPr spcFirstLastPara="1" wrap="square" lIns="55550" tIns="27775" rIns="55550" bIns="27775" anchor="ctr" anchorCtr="0">
                <a:noAutofit/>
              </a:bodyPr>
              <a:lstStyle/>
              <a:p>
                <a:pPr marL="0" marR="0" lvl="0" indent="0" algn="ctr" rtl="0">
                  <a:spcBef>
                    <a:spcPts val="0"/>
                  </a:spcBef>
                  <a:spcAft>
                    <a:spcPts val="0"/>
                  </a:spcAft>
                  <a:buNone/>
                </a:pPr>
                <a:r>
                  <a:rPr lang="en" sz="1134" dirty="0">
                    <a:solidFill>
                      <a:schemeClr val="lt1"/>
                    </a:solidFill>
                  </a:rPr>
                  <a:t>L2</a:t>
                </a:r>
                <a:endParaRPr sz="1134" dirty="0">
                  <a:solidFill>
                    <a:schemeClr val="lt1"/>
                  </a:solidFill>
                  <a:latin typeface="Arial"/>
                  <a:ea typeface="Arial"/>
                  <a:cs typeface="Arial"/>
                  <a:sym typeface="Arial"/>
                </a:endParaRPr>
              </a:p>
            </p:txBody>
          </p:sp>
          <p:sp>
            <p:nvSpPr>
              <p:cNvPr id="290" name="Google Shape;212;p27">
                <a:extLst>
                  <a:ext uri="{FF2B5EF4-FFF2-40B4-BE49-F238E27FC236}">
                    <a16:creationId xmlns:a16="http://schemas.microsoft.com/office/drawing/2014/main" id="{FE6B6442-3649-922E-C209-41B7DFF7AB79}"/>
                  </a:ext>
                </a:extLst>
              </p:cNvPr>
              <p:cNvSpPr/>
              <p:nvPr/>
            </p:nvSpPr>
            <p:spPr>
              <a:xfrm>
                <a:off x="5995383" y="2775098"/>
                <a:ext cx="631500" cy="631500"/>
              </a:xfrm>
              <a:prstGeom prst="ellipse">
                <a:avLst/>
              </a:prstGeom>
              <a:noFill/>
              <a:ln w="15425" cap="flat" cmpd="sng">
                <a:solidFill>
                  <a:srgbClr val="082836"/>
                </a:solidFill>
                <a:prstDash val="dash"/>
                <a:miter lim="800000"/>
                <a:headEnd type="none" w="sm" len="sm"/>
                <a:tailEnd type="none" w="sm" len="sm"/>
              </a:ln>
            </p:spPr>
            <p:txBody>
              <a:bodyPr spcFirstLastPara="1" wrap="square" lIns="55550" tIns="27775" rIns="55550" bIns="27775" anchor="ctr" anchorCtr="0">
                <a:noAutofit/>
              </a:bodyPr>
              <a:lstStyle/>
              <a:p>
                <a:pPr marL="0" marR="0" lvl="0" indent="0" algn="ctr" rtl="0">
                  <a:spcBef>
                    <a:spcPts val="0"/>
                  </a:spcBef>
                  <a:spcAft>
                    <a:spcPts val="0"/>
                  </a:spcAft>
                  <a:buNone/>
                </a:pPr>
                <a:r>
                  <a:rPr lang="en" sz="1701" dirty="0">
                    <a:solidFill>
                      <a:schemeClr val="dk1"/>
                    </a:solidFill>
                    <a:latin typeface="Arial"/>
                    <a:ea typeface="Arial"/>
                    <a:cs typeface="Arial"/>
                    <a:sym typeface="Arial"/>
                  </a:rPr>
                  <a:t>L1</a:t>
                </a:r>
                <a:endParaRPr sz="891" dirty="0"/>
              </a:p>
            </p:txBody>
          </p:sp>
          <p:sp>
            <p:nvSpPr>
              <p:cNvPr id="291" name="Google Shape;213;p27">
                <a:extLst>
                  <a:ext uri="{FF2B5EF4-FFF2-40B4-BE49-F238E27FC236}">
                    <a16:creationId xmlns:a16="http://schemas.microsoft.com/office/drawing/2014/main" id="{F8E64B78-11A3-6BCC-5BA1-BB80EF764B97}"/>
                  </a:ext>
                </a:extLst>
              </p:cNvPr>
              <p:cNvSpPr/>
              <p:nvPr/>
            </p:nvSpPr>
            <p:spPr>
              <a:xfrm>
                <a:off x="6644613" y="2765584"/>
                <a:ext cx="631500" cy="631500"/>
              </a:xfrm>
              <a:prstGeom prst="ellipse">
                <a:avLst/>
              </a:prstGeom>
              <a:noFill/>
              <a:ln w="15425" cap="flat" cmpd="sng">
                <a:solidFill>
                  <a:srgbClr val="082836"/>
                </a:solidFill>
                <a:prstDash val="dash"/>
                <a:miter lim="800000"/>
                <a:headEnd type="none" w="sm" len="sm"/>
                <a:tailEnd type="none" w="sm" len="sm"/>
              </a:ln>
            </p:spPr>
            <p:txBody>
              <a:bodyPr spcFirstLastPara="1" wrap="square" lIns="55550" tIns="27775" rIns="55550" bIns="27775" anchor="ctr" anchorCtr="0">
                <a:noAutofit/>
              </a:bodyPr>
              <a:lstStyle/>
              <a:p>
                <a:pPr marL="0" marR="0" lvl="0" indent="0" algn="ctr" rtl="0">
                  <a:spcBef>
                    <a:spcPts val="0"/>
                  </a:spcBef>
                  <a:spcAft>
                    <a:spcPts val="0"/>
                  </a:spcAft>
                  <a:buNone/>
                </a:pPr>
                <a:r>
                  <a:rPr lang="en" sz="1701">
                    <a:solidFill>
                      <a:schemeClr val="dk1"/>
                    </a:solidFill>
                    <a:latin typeface="Arial"/>
                    <a:ea typeface="Arial"/>
                    <a:cs typeface="Arial"/>
                    <a:sym typeface="Arial"/>
                  </a:rPr>
                  <a:t>L1</a:t>
                </a:r>
                <a:endParaRPr sz="891"/>
              </a:p>
            </p:txBody>
          </p:sp>
          <p:sp>
            <p:nvSpPr>
              <p:cNvPr id="292" name="Google Shape;215;p27">
                <a:extLst>
                  <a:ext uri="{FF2B5EF4-FFF2-40B4-BE49-F238E27FC236}">
                    <a16:creationId xmlns:a16="http://schemas.microsoft.com/office/drawing/2014/main" id="{66481675-0557-36FA-1F37-DDE17E2CD9A9}"/>
                  </a:ext>
                </a:extLst>
              </p:cNvPr>
              <p:cNvSpPr/>
              <p:nvPr/>
            </p:nvSpPr>
            <p:spPr>
              <a:xfrm>
                <a:off x="4696924" y="2788415"/>
                <a:ext cx="631500" cy="631500"/>
              </a:xfrm>
              <a:prstGeom prst="ellipse">
                <a:avLst/>
              </a:prstGeom>
              <a:noFill/>
              <a:ln w="15425" cap="flat" cmpd="sng">
                <a:solidFill>
                  <a:srgbClr val="082836"/>
                </a:solidFill>
                <a:prstDash val="dash"/>
                <a:miter lim="800000"/>
                <a:headEnd type="none" w="sm" len="sm"/>
                <a:tailEnd type="none" w="sm" len="sm"/>
              </a:ln>
            </p:spPr>
            <p:txBody>
              <a:bodyPr spcFirstLastPara="1" wrap="square" lIns="55550" tIns="27775" rIns="55550" bIns="27775" anchor="ctr" anchorCtr="0">
                <a:noAutofit/>
              </a:bodyPr>
              <a:lstStyle/>
              <a:p>
                <a:pPr marL="0" marR="0" lvl="0" indent="0" algn="ctr" rtl="0">
                  <a:spcBef>
                    <a:spcPts val="0"/>
                  </a:spcBef>
                  <a:spcAft>
                    <a:spcPts val="0"/>
                  </a:spcAft>
                  <a:buNone/>
                </a:pPr>
                <a:r>
                  <a:rPr lang="en" sz="1701" dirty="0">
                    <a:solidFill>
                      <a:schemeClr val="dk1"/>
                    </a:solidFill>
                    <a:latin typeface="Arial"/>
                    <a:ea typeface="Arial"/>
                    <a:cs typeface="Arial"/>
                    <a:sym typeface="Arial"/>
                  </a:rPr>
                  <a:t>L1</a:t>
                </a:r>
                <a:endParaRPr sz="891" dirty="0"/>
              </a:p>
            </p:txBody>
          </p:sp>
          <p:sp>
            <p:nvSpPr>
              <p:cNvPr id="293" name="Google Shape;218;p27">
                <a:extLst>
                  <a:ext uri="{FF2B5EF4-FFF2-40B4-BE49-F238E27FC236}">
                    <a16:creationId xmlns:a16="http://schemas.microsoft.com/office/drawing/2014/main" id="{D7851C33-1017-C69E-B80B-E8FE100019AF}"/>
                  </a:ext>
                </a:extLst>
              </p:cNvPr>
              <p:cNvSpPr txBox="1"/>
              <p:nvPr/>
            </p:nvSpPr>
            <p:spPr>
              <a:xfrm>
                <a:off x="6000844" y="3416112"/>
                <a:ext cx="1293000" cy="471900"/>
              </a:xfrm>
              <a:prstGeom prst="rect">
                <a:avLst/>
              </a:prstGeom>
              <a:noFill/>
              <a:ln>
                <a:noFill/>
              </a:ln>
            </p:spPr>
            <p:txBody>
              <a:bodyPr spcFirstLastPara="1" wrap="square" lIns="64700" tIns="32350" rIns="64700" bIns="32350" anchor="t" anchorCtr="0">
                <a:spAutoFit/>
              </a:bodyPr>
              <a:lstStyle/>
              <a:p>
                <a:pPr marL="0" marR="0" lvl="0" indent="0" algn="ctr" rtl="0">
                  <a:spcBef>
                    <a:spcPts val="0"/>
                  </a:spcBef>
                  <a:spcAft>
                    <a:spcPts val="0"/>
                  </a:spcAft>
                  <a:buNone/>
                </a:pPr>
                <a:r>
                  <a:rPr lang="en" sz="1320" dirty="0">
                    <a:solidFill>
                      <a:schemeClr val="dk1"/>
                    </a:solidFill>
                    <a:latin typeface="Arial"/>
                    <a:ea typeface="Arial"/>
                    <a:cs typeface="Arial"/>
                    <a:sym typeface="Arial"/>
                  </a:rPr>
                  <a:t>Linear</a:t>
                </a:r>
                <a:br>
                  <a:rPr lang="en" sz="1320" dirty="0">
                    <a:solidFill>
                      <a:schemeClr val="dk1"/>
                    </a:solidFill>
                    <a:latin typeface="Arial"/>
                    <a:ea typeface="Arial"/>
                    <a:cs typeface="Arial"/>
                    <a:sym typeface="Arial"/>
                  </a:rPr>
                </a:br>
                <a:r>
                  <a:rPr lang="en" sz="1320" dirty="0">
                    <a:solidFill>
                      <a:schemeClr val="dk1"/>
                    </a:solidFill>
                    <a:latin typeface="Arial"/>
                    <a:ea typeface="Arial"/>
                    <a:cs typeface="Arial"/>
                    <a:sym typeface="Arial"/>
                  </a:rPr>
                  <a:t>interpolation</a:t>
                </a:r>
                <a:endParaRPr sz="1037" dirty="0"/>
              </a:p>
            </p:txBody>
          </p:sp>
          <p:sp>
            <p:nvSpPr>
              <p:cNvPr id="294" name="Google Shape;220;p27">
                <a:extLst>
                  <a:ext uri="{FF2B5EF4-FFF2-40B4-BE49-F238E27FC236}">
                    <a16:creationId xmlns:a16="http://schemas.microsoft.com/office/drawing/2014/main" id="{29EF8EAD-4959-26B3-BE24-26B3733E48E8}"/>
                  </a:ext>
                </a:extLst>
              </p:cNvPr>
              <p:cNvSpPr/>
              <p:nvPr/>
            </p:nvSpPr>
            <p:spPr>
              <a:xfrm>
                <a:off x="1460945" y="2788409"/>
                <a:ext cx="631500" cy="631500"/>
              </a:xfrm>
              <a:prstGeom prst="ellipse">
                <a:avLst/>
              </a:prstGeom>
              <a:solidFill>
                <a:schemeClr val="dk1"/>
              </a:solidFill>
              <a:ln w="15425" cap="flat" cmpd="sng">
                <a:solidFill>
                  <a:srgbClr val="082836"/>
                </a:solidFill>
                <a:prstDash val="solid"/>
                <a:miter lim="800000"/>
                <a:headEnd type="none" w="sm" len="sm"/>
                <a:tailEnd type="none" w="sm" len="sm"/>
              </a:ln>
            </p:spPr>
            <p:txBody>
              <a:bodyPr spcFirstLastPara="1" wrap="square" lIns="55550" tIns="27775" rIns="55550" bIns="27775" anchor="ctr" anchorCtr="0">
                <a:noAutofit/>
              </a:bodyPr>
              <a:lstStyle/>
              <a:p>
                <a:pPr marL="0" marR="0" lvl="0" indent="0" algn="ctr" rtl="0">
                  <a:spcBef>
                    <a:spcPts val="0"/>
                  </a:spcBef>
                  <a:spcAft>
                    <a:spcPts val="0"/>
                  </a:spcAft>
                  <a:buNone/>
                </a:pPr>
                <a:r>
                  <a:rPr lang="en" sz="1100" dirty="0">
                    <a:solidFill>
                      <a:schemeClr val="lt1"/>
                    </a:solidFill>
                    <a:latin typeface="Arial"/>
                    <a:ea typeface="Arial"/>
                    <a:cs typeface="Arial"/>
                    <a:sym typeface="Arial"/>
                  </a:rPr>
                  <a:t>L2</a:t>
                </a:r>
                <a:endParaRPr sz="1100" dirty="0">
                  <a:solidFill>
                    <a:schemeClr val="lt1"/>
                  </a:solidFill>
                </a:endParaRPr>
              </a:p>
            </p:txBody>
          </p:sp>
          <p:sp>
            <p:nvSpPr>
              <p:cNvPr id="295" name="Google Shape;215;p27">
                <a:extLst>
                  <a:ext uri="{FF2B5EF4-FFF2-40B4-BE49-F238E27FC236}">
                    <a16:creationId xmlns:a16="http://schemas.microsoft.com/office/drawing/2014/main" id="{3FBE2110-4C4F-C04A-6160-27E3CCEE249E}"/>
                  </a:ext>
                </a:extLst>
              </p:cNvPr>
              <p:cNvSpPr/>
              <p:nvPr/>
            </p:nvSpPr>
            <p:spPr>
              <a:xfrm>
                <a:off x="7925344" y="2765584"/>
                <a:ext cx="631500" cy="631500"/>
              </a:xfrm>
              <a:prstGeom prst="ellipse">
                <a:avLst/>
              </a:prstGeom>
              <a:noFill/>
              <a:ln w="15425" cap="flat" cmpd="sng">
                <a:solidFill>
                  <a:srgbClr val="082836"/>
                </a:solidFill>
                <a:prstDash val="dash"/>
                <a:miter lim="800000"/>
                <a:headEnd type="none" w="sm" len="sm"/>
                <a:tailEnd type="none" w="sm" len="sm"/>
              </a:ln>
            </p:spPr>
            <p:txBody>
              <a:bodyPr spcFirstLastPara="1" wrap="square" lIns="55550" tIns="27775" rIns="55550" bIns="27775" anchor="ctr" anchorCtr="0">
                <a:noAutofit/>
              </a:bodyPr>
              <a:lstStyle/>
              <a:p>
                <a:pPr marL="0" marR="0" lvl="0" indent="0" algn="ctr" rtl="0">
                  <a:spcBef>
                    <a:spcPts val="0"/>
                  </a:spcBef>
                  <a:spcAft>
                    <a:spcPts val="0"/>
                  </a:spcAft>
                  <a:buNone/>
                </a:pPr>
                <a:r>
                  <a:rPr lang="en" sz="1701" dirty="0">
                    <a:solidFill>
                      <a:schemeClr val="dk1"/>
                    </a:solidFill>
                    <a:latin typeface="Arial"/>
                    <a:ea typeface="Arial"/>
                    <a:cs typeface="Arial"/>
                    <a:sym typeface="Arial"/>
                  </a:rPr>
                  <a:t>L1</a:t>
                </a:r>
                <a:endParaRPr sz="891" dirty="0"/>
              </a:p>
            </p:txBody>
          </p:sp>
          <p:sp>
            <p:nvSpPr>
              <p:cNvPr id="296" name="Google Shape;218;p27">
                <a:extLst>
                  <a:ext uri="{FF2B5EF4-FFF2-40B4-BE49-F238E27FC236}">
                    <a16:creationId xmlns:a16="http://schemas.microsoft.com/office/drawing/2014/main" id="{4FA81843-34BD-6DC5-FA6B-1405F51854AE}"/>
                  </a:ext>
                </a:extLst>
              </p:cNvPr>
              <p:cNvSpPr txBox="1"/>
              <p:nvPr/>
            </p:nvSpPr>
            <p:spPr>
              <a:xfrm>
                <a:off x="8314209" y="2474722"/>
                <a:ext cx="774306" cy="224927"/>
              </a:xfrm>
              <a:prstGeom prst="rect">
                <a:avLst/>
              </a:prstGeom>
              <a:noFill/>
              <a:ln>
                <a:noFill/>
              </a:ln>
            </p:spPr>
            <p:txBody>
              <a:bodyPr spcFirstLastPara="1" wrap="square" lIns="64700" tIns="32350" rIns="64700" bIns="32350" anchor="t" anchorCtr="0">
                <a:spAutoFit/>
              </a:bodyPr>
              <a:lstStyle/>
              <a:p>
                <a:pPr marL="0" marR="0" lvl="0" indent="0" algn="ctr" rtl="0">
                  <a:spcBef>
                    <a:spcPts val="0"/>
                  </a:spcBef>
                  <a:spcAft>
                    <a:spcPts val="0"/>
                  </a:spcAft>
                  <a:buNone/>
                </a:pPr>
                <a:r>
                  <a:rPr lang="en-US" sz="1037" dirty="0"/>
                  <a:t>3 days ago</a:t>
                </a:r>
                <a:endParaRPr sz="1037" dirty="0"/>
              </a:p>
            </p:txBody>
          </p:sp>
          <p:cxnSp>
            <p:nvCxnSpPr>
              <p:cNvPr id="297" name="Straight Connector 296">
                <a:extLst>
                  <a:ext uri="{FF2B5EF4-FFF2-40B4-BE49-F238E27FC236}">
                    <a16:creationId xmlns:a16="http://schemas.microsoft.com/office/drawing/2014/main" id="{B42AF92F-3335-168A-4AE7-D8B1785C6717}"/>
                  </a:ext>
                </a:extLst>
              </p:cNvPr>
              <p:cNvCxnSpPr>
                <a:cxnSpLocks/>
              </p:cNvCxnSpPr>
              <p:nvPr/>
            </p:nvCxnSpPr>
            <p:spPr>
              <a:xfrm>
                <a:off x="8701362" y="2765584"/>
                <a:ext cx="0" cy="631500"/>
              </a:xfrm>
              <a:prstGeom prst="line">
                <a:avLst/>
              </a:prstGeom>
              <a:ln w="38100"/>
            </p:spPr>
            <p:style>
              <a:lnRef idx="1">
                <a:schemeClr val="dk1"/>
              </a:lnRef>
              <a:fillRef idx="0">
                <a:schemeClr val="dk1"/>
              </a:fillRef>
              <a:effectRef idx="0">
                <a:schemeClr val="dk1"/>
              </a:effectRef>
              <a:fontRef idx="minor">
                <a:schemeClr val="tx1"/>
              </a:fontRef>
            </p:style>
          </p:cxnSp>
          <p:sp>
            <p:nvSpPr>
              <p:cNvPr id="298" name="Google Shape;210;p27">
                <a:extLst>
                  <a:ext uri="{FF2B5EF4-FFF2-40B4-BE49-F238E27FC236}">
                    <a16:creationId xmlns:a16="http://schemas.microsoft.com/office/drawing/2014/main" id="{BE8768D0-B76A-E85B-8AA6-243E7940B655}"/>
                  </a:ext>
                </a:extLst>
              </p:cNvPr>
              <p:cNvSpPr/>
              <p:nvPr/>
            </p:nvSpPr>
            <p:spPr>
              <a:xfrm>
                <a:off x="8818792" y="2765584"/>
                <a:ext cx="631500" cy="631500"/>
              </a:xfrm>
              <a:prstGeom prst="ellipse">
                <a:avLst/>
              </a:prstGeom>
              <a:solidFill>
                <a:srgbClr val="92D050"/>
              </a:solidFill>
              <a:ln w="15425" cap="flat" cmpd="sng">
                <a:solidFill>
                  <a:srgbClr val="082836"/>
                </a:solidFill>
                <a:prstDash val="solid"/>
                <a:miter lim="800000"/>
                <a:headEnd type="none" w="sm" len="sm"/>
                <a:tailEnd type="none" w="sm" len="sm"/>
              </a:ln>
            </p:spPr>
            <p:txBody>
              <a:bodyPr spcFirstLastPara="1" wrap="square" lIns="55550" tIns="27775" rIns="55550" bIns="27775" anchor="ctr" anchorCtr="0">
                <a:noAutofit/>
              </a:bodyPr>
              <a:lstStyle/>
              <a:p>
                <a:pPr marL="0" marR="0" lvl="0" indent="0" algn="ctr" rtl="0">
                  <a:spcBef>
                    <a:spcPts val="0"/>
                  </a:spcBef>
                  <a:spcAft>
                    <a:spcPts val="0"/>
                  </a:spcAft>
                  <a:buNone/>
                </a:pPr>
                <a:r>
                  <a:rPr lang="en" sz="1134" dirty="0">
                    <a:solidFill>
                      <a:schemeClr val="lt1"/>
                    </a:solidFill>
                  </a:rPr>
                  <a:t>t-1</a:t>
                </a:r>
                <a:endParaRPr sz="1134" dirty="0">
                  <a:solidFill>
                    <a:schemeClr val="lt1"/>
                  </a:solidFill>
                  <a:latin typeface="Arial"/>
                  <a:ea typeface="Arial"/>
                  <a:cs typeface="Arial"/>
                  <a:sym typeface="Arial"/>
                </a:endParaRPr>
              </a:p>
            </p:txBody>
          </p:sp>
          <p:sp>
            <p:nvSpPr>
              <p:cNvPr id="299" name="Google Shape;218;p27">
                <a:extLst>
                  <a:ext uri="{FF2B5EF4-FFF2-40B4-BE49-F238E27FC236}">
                    <a16:creationId xmlns:a16="http://schemas.microsoft.com/office/drawing/2014/main" id="{D7354770-816C-AB76-1A87-67B6AC4D22A9}"/>
                  </a:ext>
                </a:extLst>
              </p:cNvPr>
              <p:cNvSpPr txBox="1"/>
              <p:nvPr/>
            </p:nvSpPr>
            <p:spPr>
              <a:xfrm>
                <a:off x="9767325" y="2488899"/>
                <a:ext cx="774306" cy="224927"/>
              </a:xfrm>
              <a:prstGeom prst="rect">
                <a:avLst/>
              </a:prstGeom>
              <a:noFill/>
              <a:ln>
                <a:noFill/>
              </a:ln>
            </p:spPr>
            <p:txBody>
              <a:bodyPr spcFirstLastPara="1" wrap="square" lIns="64700" tIns="32350" rIns="64700" bIns="32350" anchor="t" anchorCtr="0">
                <a:spAutoFit/>
              </a:bodyPr>
              <a:lstStyle/>
              <a:p>
                <a:pPr marL="0" marR="0" lvl="0" indent="0" algn="ctr" rtl="0">
                  <a:spcBef>
                    <a:spcPts val="0"/>
                  </a:spcBef>
                  <a:spcAft>
                    <a:spcPts val="0"/>
                  </a:spcAft>
                  <a:buNone/>
                </a:pPr>
                <a:r>
                  <a:rPr lang="en-US" sz="1037" dirty="0"/>
                  <a:t>Yesterday</a:t>
                </a:r>
                <a:endParaRPr sz="1037" dirty="0"/>
              </a:p>
            </p:txBody>
          </p:sp>
          <p:cxnSp>
            <p:nvCxnSpPr>
              <p:cNvPr id="300" name="Straight Connector 299">
                <a:extLst>
                  <a:ext uri="{FF2B5EF4-FFF2-40B4-BE49-F238E27FC236}">
                    <a16:creationId xmlns:a16="http://schemas.microsoft.com/office/drawing/2014/main" id="{1AA918C2-A1C3-FC72-E831-87B41A5672A8}"/>
                  </a:ext>
                </a:extLst>
              </p:cNvPr>
              <p:cNvCxnSpPr>
                <a:cxnSpLocks/>
              </p:cNvCxnSpPr>
              <p:nvPr/>
            </p:nvCxnSpPr>
            <p:spPr>
              <a:xfrm>
                <a:off x="10154478" y="2779761"/>
                <a:ext cx="0" cy="631500"/>
              </a:xfrm>
              <a:prstGeom prst="line">
                <a:avLst/>
              </a:prstGeom>
              <a:ln w="38100"/>
            </p:spPr>
            <p:style>
              <a:lnRef idx="1">
                <a:schemeClr val="dk1"/>
              </a:lnRef>
              <a:fillRef idx="0">
                <a:schemeClr val="dk1"/>
              </a:fillRef>
              <a:effectRef idx="0">
                <a:schemeClr val="dk1"/>
              </a:effectRef>
              <a:fontRef idx="minor">
                <a:schemeClr val="tx1"/>
              </a:fontRef>
            </p:style>
          </p:cxnSp>
          <p:sp>
            <p:nvSpPr>
              <p:cNvPr id="301" name="Google Shape;220;p27">
                <a:extLst>
                  <a:ext uri="{FF2B5EF4-FFF2-40B4-BE49-F238E27FC236}">
                    <a16:creationId xmlns:a16="http://schemas.microsoft.com/office/drawing/2014/main" id="{0ACF01CD-DB7E-6057-40FE-3A6FB2683F5E}"/>
                  </a:ext>
                </a:extLst>
              </p:cNvPr>
              <p:cNvSpPr/>
              <p:nvPr/>
            </p:nvSpPr>
            <p:spPr>
              <a:xfrm>
                <a:off x="2751028" y="2770688"/>
                <a:ext cx="631500" cy="631500"/>
              </a:xfrm>
              <a:prstGeom prst="ellipse">
                <a:avLst/>
              </a:prstGeom>
              <a:solidFill>
                <a:schemeClr val="dk1"/>
              </a:solidFill>
              <a:ln w="15425" cap="flat" cmpd="sng">
                <a:solidFill>
                  <a:srgbClr val="082836"/>
                </a:solidFill>
                <a:prstDash val="solid"/>
                <a:miter lim="800000"/>
                <a:headEnd type="none" w="sm" len="sm"/>
                <a:tailEnd type="none" w="sm" len="sm"/>
              </a:ln>
            </p:spPr>
            <p:txBody>
              <a:bodyPr spcFirstLastPara="1" wrap="square" lIns="55550" tIns="27775" rIns="55550" bIns="27775" anchor="ctr" anchorCtr="0">
                <a:noAutofit/>
              </a:bodyPr>
              <a:lstStyle/>
              <a:p>
                <a:pPr lvl="0" algn="ctr"/>
                <a:r>
                  <a:rPr lang="en" sz="600" dirty="0">
                    <a:solidFill>
                      <a:schemeClr val="lt1"/>
                    </a:solidFill>
                  </a:rPr>
                  <a:t>updated</a:t>
                </a:r>
              </a:p>
              <a:p>
                <a:pPr lvl="0" algn="ctr"/>
                <a:r>
                  <a:rPr lang="en" sz="1100" dirty="0">
                    <a:solidFill>
                      <a:schemeClr val="lt1"/>
                    </a:solidFill>
                    <a:latin typeface="Arial"/>
                    <a:ea typeface="Arial"/>
                    <a:cs typeface="Arial"/>
                    <a:sym typeface="Arial"/>
                  </a:rPr>
                  <a:t>L1</a:t>
                </a:r>
                <a:endParaRPr sz="1100" dirty="0">
                  <a:solidFill>
                    <a:schemeClr val="lt1"/>
                  </a:solidFill>
                </a:endParaRPr>
              </a:p>
            </p:txBody>
          </p:sp>
          <p:sp>
            <p:nvSpPr>
              <p:cNvPr id="302" name="Google Shape;210;p27">
                <a:extLst>
                  <a:ext uri="{FF2B5EF4-FFF2-40B4-BE49-F238E27FC236}">
                    <a16:creationId xmlns:a16="http://schemas.microsoft.com/office/drawing/2014/main" id="{F1411740-21EF-A9D3-F2AF-46080B263753}"/>
                  </a:ext>
                </a:extLst>
              </p:cNvPr>
              <p:cNvSpPr/>
              <p:nvPr/>
            </p:nvSpPr>
            <p:spPr>
              <a:xfrm>
                <a:off x="10225834" y="2765584"/>
                <a:ext cx="631500" cy="631500"/>
              </a:xfrm>
              <a:prstGeom prst="ellipse">
                <a:avLst/>
              </a:prstGeom>
              <a:solidFill>
                <a:srgbClr val="92D050"/>
              </a:solidFill>
              <a:ln w="15425" cap="flat" cmpd="sng">
                <a:solidFill>
                  <a:srgbClr val="082836"/>
                </a:solidFill>
                <a:prstDash val="solid"/>
                <a:miter lim="800000"/>
                <a:headEnd type="none" w="sm" len="sm"/>
                <a:tailEnd type="none" w="sm" len="sm"/>
              </a:ln>
            </p:spPr>
            <p:txBody>
              <a:bodyPr spcFirstLastPara="1" wrap="square" lIns="55550" tIns="27775" rIns="55550" bIns="27775" anchor="ctr" anchorCtr="0">
                <a:noAutofit/>
              </a:bodyPr>
              <a:lstStyle/>
              <a:p>
                <a:pPr marL="0" marR="0" lvl="0" indent="0" algn="ctr" rtl="0">
                  <a:spcBef>
                    <a:spcPts val="0"/>
                  </a:spcBef>
                  <a:spcAft>
                    <a:spcPts val="0"/>
                  </a:spcAft>
                  <a:buNone/>
                </a:pPr>
                <a:r>
                  <a:rPr lang="en" sz="1134" dirty="0">
                    <a:solidFill>
                      <a:schemeClr val="lt1"/>
                    </a:solidFill>
                  </a:rPr>
                  <a:t>t0</a:t>
                </a:r>
                <a:endParaRPr sz="1134" dirty="0">
                  <a:solidFill>
                    <a:schemeClr val="lt1"/>
                  </a:solidFill>
                  <a:latin typeface="Arial"/>
                  <a:ea typeface="Arial"/>
                  <a:cs typeface="Arial"/>
                  <a:sym typeface="Arial"/>
                </a:endParaRPr>
              </a:p>
            </p:txBody>
          </p:sp>
          <p:sp>
            <p:nvSpPr>
              <p:cNvPr id="303" name="Google Shape;218;p27">
                <a:extLst>
                  <a:ext uri="{FF2B5EF4-FFF2-40B4-BE49-F238E27FC236}">
                    <a16:creationId xmlns:a16="http://schemas.microsoft.com/office/drawing/2014/main" id="{23361636-7830-F441-9A5B-9C7BC1E42BF5}"/>
                  </a:ext>
                </a:extLst>
              </p:cNvPr>
              <p:cNvSpPr txBox="1"/>
              <p:nvPr/>
            </p:nvSpPr>
            <p:spPr>
              <a:xfrm>
                <a:off x="10554134" y="2488899"/>
                <a:ext cx="774306" cy="224927"/>
              </a:xfrm>
              <a:prstGeom prst="rect">
                <a:avLst/>
              </a:prstGeom>
              <a:noFill/>
              <a:ln>
                <a:noFill/>
              </a:ln>
            </p:spPr>
            <p:txBody>
              <a:bodyPr spcFirstLastPara="1" wrap="square" lIns="64700" tIns="32350" rIns="64700" bIns="32350" anchor="t" anchorCtr="0">
                <a:spAutoFit/>
              </a:bodyPr>
              <a:lstStyle/>
              <a:p>
                <a:pPr marL="0" marR="0" lvl="0" indent="0" algn="ctr" rtl="0">
                  <a:spcBef>
                    <a:spcPts val="0"/>
                  </a:spcBef>
                  <a:spcAft>
                    <a:spcPts val="0"/>
                  </a:spcAft>
                  <a:buNone/>
                </a:pPr>
                <a:r>
                  <a:rPr lang="en-US" sz="1037" dirty="0"/>
                  <a:t>Today</a:t>
                </a:r>
                <a:endParaRPr sz="1037" dirty="0"/>
              </a:p>
            </p:txBody>
          </p:sp>
          <p:cxnSp>
            <p:nvCxnSpPr>
              <p:cNvPr id="304" name="Straight Connector 303">
                <a:extLst>
                  <a:ext uri="{FF2B5EF4-FFF2-40B4-BE49-F238E27FC236}">
                    <a16:creationId xmlns:a16="http://schemas.microsoft.com/office/drawing/2014/main" id="{22E88355-3BEF-D0C0-E2C3-2C3A01D1B6CC}"/>
                  </a:ext>
                </a:extLst>
              </p:cNvPr>
              <p:cNvCxnSpPr>
                <a:cxnSpLocks/>
              </p:cNvCxnSpPr>
              <p:nvPr/>
            </p:nvCxnSpPr>
            <p:spPr>
              <a:xfrm>
                <a:off x="10941287" y="2779761"/>
                <a:ext cx="0" cy="631500"/>
              </a:xfrm>
              <a:prstGeom prst="line">
                <a:avLst/>
              </a:prstGeom>
              <a:ln w="38100"/>
            </p:spPr>
            <p:style>
              <a:lnRef idx="1">
                <a:schemeClr val="dk1"/>
              </a:lnRef>
              <a:fillRef idx="0">
                <a:schemeClr val="dk1"/>
              </a:fillRef>
              <a:effectRef idx="0">
                <a:schemeClr val="dk1"/>
              </a:effectRef>
              <a:fontRef idx="minor">
                <a:schemeClr val="tx1"/>
              </a:fontRef>
            </p:style>
          </p:cxnSp>
          <p:sp>
            <p:nvSpPr>
              <p:cNvPr id="476" name="Google Shape;215;p27">
                <a:extLst>
                  <a:ext uri="{FF2B5EF4-FFF2-40B4-BE49-F238E27FC236}">
                    <a16:creationId xmlns:a16="http://schemas.microsoft.com/office/drawing/2014/main" id="{2A5DA98D-D4DD-0362-8D9D-A318C501200E}"/>
                  </a:ext>
                </a:extLst>
              </p:cNvPr>
              <p:cNvSpPr/>
              <p:nvPr/>
            </p:nvSpPr>
            <p:spPr>
              <a:xfrm>
                <a:off x="9465386" y="2765584"/>
                <a:ext cx="631500" cy="631500"/>
              </a:xfrm>
              <a:prstGeom prst="ellipse">
                <a:avLst/>
              </a:prstGeom>
              <a:noFill/>
              <a:ln w="15425" cap="flat" cmpd="sng">
                <a:solidFill>
                  <a:srgbClr val="082836"/>
                </a:solidFill>
                <a:prstDash val="dash"/>
                <a:miter lim="800000"/>
                <a:headEnd type="none" w="sm" len="sm"/>
                <a:tailEnd type="none" w="sm" len="sm"/>
              </a:ln>
            </p:spPr>
            <p:txBody>
              <a:bodyPr spcFirstLastPara="1" wrap="square" lIns="55550" tIns="27775" rIns="55550" bIns="27775" anchor="ctr" anchorCtr="0">
                <a:noAutofit/>
              </a:bodyPr>
              <a:lstStyle/>
              <a:p>
                <a:pPr marL="0" marR="0" lvl="0" indent="0" algn="ctr" rtl="0">
                  <a:spcBef>
                    <a:spcPts val="0"/>
                  </a:spcBef>
                  <a:spcAft>
                    <a:spcPts val="0"/>
                  </a:spcAft>
                  <a:buNone/>
                </a:pPr>
                <a:r>
                  <a:rPr lang="en" sz="1701" dirty="0">
                    <a:solidFill>
                      <a:schemeClr val="dk1"/>
                    </a:solidFill>
                    <a:latin typeface="Arial"/>
                    <a:ea typeface="Arial"/>
                    <a:cs typeface="Arial"/>
                    <a:sym typeface="Arial"/>
                  </a:rPr>
                  <a:t>L1</a:t>
                </a:r>
                <a:endParaRPr sz="891" dirty="0"/>
              </a:p>
            </p:txBody>
          </p:sp>
          <p:sp>
            <p:nvSpPr>
              <p:cNvPr id="477" name="Google Shape;204;p27">
                <a:extLst>
                  <a:ext uri="{FF2B5EF4-FFF2-40B4-BE49-F238E27FC236}">
                    <a16:creationId xmlns:a16="http://schemas.microsoft.com/office/drawing/2014/main" id="{9A96D79E-FE49-BDED-F29B-BC741626D445}"/>
                  </a:ext>
                </a:extLst>
              </p:cNvPr>
              <p:cNvSpPr/>
              <p:nvPr/>
            </p:nvSpPr>
            <p:spPr>
              <a:xfrm>
                <a:off x="2101544" y="747581"/>
                <a:ext cx="9075406" cy="307778"/>
              </a:xfrm>
              <a:prstGeom prst="rect">
                <a:avLst/>
              </a:prstGeom>
              <a:solidFill>
                <a:srgbClr val="BEF2C7">
                  <a:alpha val="31760"/>
                </a:srgbClr>
              </a:solidFill>
              <a:ln w="17975" cap="flat" cmpd="sng">
                <a:solidFill>
                  <a:srgbClr val="082836"/>
                </a:solidFill>
                <a:prstDash val="solid"/>
                <a:miter lim="800000"/>
                <a:headEnd type="none" w="sm" len="sm"/>
                <a:tailEnd type="none" w="sm" len="sm"/>
              </a:ln>
            </p:spPr>
            <p:txBody>
              <a:bodyPr spcFirstLastPara="1" wrap="square" lIns="64700" tIns="32350" rIns="64700" bIns="32350" anchor="t" anchorCtr="0">
                <a:noAutofit/>
              </a:bodyPr>
              <a:lstStyle/>
              <a:p>
                <a:pPr marL="0" marR="0" lvl="0" indent="0" algn="l" rtl="0">
                  <a:spcBef>
                    <a:spcPts val="0"/>
                  </a:spcBef>
                  <a:spcAft>
                    <a:spcPts val="0"/>
                  </a:spcAft>
                  <a:buNone/>
                </a:pPr>
                <a:r>
                  <a:rPr lang="en" sz="1320" b="0" i="0" u="none" strike="noStrike" cap="none" dirty="0">
                    <a:solidFill>
                      <a:schemeClr val="dk1"/>
                    </a:solidFill>
                    <a:latin typeface="Arial"/>
                    <a:ea typeface="Arial"/>
                    <a:cs typeface="Arial"/>
                    <a:sym typeface="Arial"/>
                  </a:rPr>
                  <a:t>7-observation moving window:</a:t>
                </a:r>
                <a:endParaRPr sz="1037" dirty="0"/>
              </a:p>
            </p:txBody>
          </p:sp>
          <p:sp>
            <p:nvSpPr>
              <p:cNvPr id="478" name="Google Shape;205;p27">
                <a:extLst>
                  <a:ext uri="{FF2B5EF4-FFF2-40B4-BE49-F238E27FC236}">
                    <a16:creationId xmlns:a16="http://schemas.microsoft.com/office/drawing/2014/main" id="{43A20841-0C7D-0E69-C9C1-2D0A9D4D367E}"/>
                  </a:ext>
                </a:extLst>
              </p:cNvPr>
              <p:cNvSpPr/>
              <p:nvPr/>
            </p:nvSpPr>
            <p:spPr>
              <a:xfrm>
                <a:off x="813888" y="600700"/>
                <a:ext cx="631500" cy="631500"/>
              </a:xfrm>
              <a:prstGeom prst="ellipse">
                <a:avLst/>
              </a:prstGeom>
              <a:solidFill>
                <a:schemeClr val="accent1"/>
              </a:solidFill>
              <a:ln w="15425" cap="flat" cmpd="sng">
                <a:solidFill>
                  <a:srgbClr val="082836"/>
                </a:solidFill>
                <a:prstDash val="solid"/>
                <a:miter lim="800000"/>
                <a:headEnd type="none" w="sm" len="sm"/>
                <a:tailEnd type="none" w="sm" len="sm"/>
              </a:ln>
            </p:spPr>
            <p:txBody>
              <a:bodyPr spcFirstLastPara="1" wrap="square" lIns="55550" tIns="27775" rIns="55550" bIns="27775" anchor="ctr" anchorCtr="0">
                <a:noAutofit/>
              </a:bodyPr>
              <a:lstStyle/>
              <a:p>
                <a:pPr marL="0" marR="0" lvl="0" indent="0" algn="ctr" rtl="0">
                  <a:spcBef>
                    <a:spcPts val="0"/>
                  </a:spcBef>
                  <a:spcAft>
                    <a:spcPts val="0"/>
                  </a:spcAft>
                  <a:buNone/>
                </a:pPr>
                <a:r>
                  <a:rPr lang="en" sz="1134" dirty="0">
                    <a:solidFill>
                      <a:schemeClr val="lt1"/>
                    </a:solidFill>
                  </a:rPr>
                  <a:t>L2</a:t>
                </a:r>
                <a:endParaRPr sz="1134" dirty="0">
                  <a:solidFill>
                    <a:schemeClr val="lt1"/>
                  </a:solidFill>
                  <a:latin typeface="Arial"/>
                  <a:ea typeface="Arial"/>
                  <a:cs typeface="Arial"/>
                  <a:sym typeface="Arial"/>
                </a:endParaRPr>
              </a:p>
            </p:txBody>
          </p:sp>
          <p:sp>
            <p:nvSpPr>
              <p:cNvPr id="479" name="Google Shape;211;p27">
                <a:extLst>
                  <a:ext uri="{FF2B5EF4-FFF2-40B4-BE49-F238E27FC236}">
                    <a16:creationId xmlns:a16="http://schemas.microsoft.com/office/drawing/2014/main" id="{2CB7190B-E822-A7C9-2E90-3E3A8EC10CB0}"/>
                  </a:ext>
                </a:extLst>
              </p:cNvPr>
              <p:cNvSpPr/>
              <p:nvPr/>
            </p:nvSpPr>
            <p:spPr>
              <a:xfrm>
                <a:off x="164658" y="600700"/>
                <a:ext cx="631500" cy="631500"/>
              </a:xfrm>
              <a:prstGeom prst="ellipse">
                <a:avLst/>
              </a:prstGeom>
              <a:solidFill>
                <a:schemeClr val="accent1"/>
              </a:solidFill>
              <a:ln w="15425" cap="flat" cmpd="sng">
                <a:solidFill>
                  <a:srgbClr val="082836"/>
                </a:solidFill>
                <a:prstDash val="solid"/>
                <a:miter lim="800000"/>
                <a:headEnd type="none" w="sm" len="sm"/>
                <a:tailEnd type="none" w="sm" len="sm"/>
              </a:ln>
            </p:spPr>
            <p:txBody>
              <a:bodyPr spcFirstLastPara="1" wrap="square" lIns="55550" tIns="27775" rIns="55550" bIns="27775" anchor="ctr" anchorCtr="0">
                <a:noAutofit/>
              </a:bodyPr>
              <a:lstStyle/>
              <a:p>
                <a:pPr marL="0" marR="0" lvl="0" indent="0" algn="ctr" rtl="0">
                  <a:spcBef>
                    <a:spcPts val="0"/>
                  </a:spcBef>
                  <a:spcAft>
                    <a:spcPts val="0"/>
                  </a:spcAft>
                  <a:buNone/>
                </a:pPr>
                <a:r>
                  <a:rPr lang="en" sz="1134" dirty="0">
                    <a:solidFill>
                      <a:schemeClr val="lt1"/>
                    </a:solidFill>
                  </a:rPr>
                  <a:t>L2</a:t>
                </a:r>
                <a:endParaRPr sz="1134" dirty="0">
                  <a:solidFill>
                    <a:schemeClr val="lt1"/>
                  </a:solidFill>
                  <a:latin typeface="Arial"/>
                  <a:ea typeface="Arial"/>
                  <a:cs typeface="Arial"/>
                  <a:sym typeface="Arial"/>
                </a:endParaRPr>
              </a:p>
            </p:txBody>
          </p:sp>
          <p:sp>
            <p:nvSpPr>
              <p:cNvPr id="498" name="Google Shape;220;p27">
                <a:extLst>
                  <a:ext uri="{FF2B5EF4-FFF2-40B4-BE49-F238E27FC236}">
                    <a16:creationId xmlns:a16="http://schemas.microsoft.com/office/drawing/2014/main" id="{9C8CF21A-D493-EFE9-2BE5-A8A86949A12B}"/>
                  </a:ext>
                </a:extLst>
              </p:cNvPr>
              <p:cNvSpPr/>
              <p:nvPr/>
            </p:nvSpPr>
            <p:spPr>
              <a:xfrm>
                <a:off x="1460945" y="606683"/>
                <a:ext cx="631500" cy="631500"/>
              </a:xfrm>
              <a:prstGeom prst="ellipse">
                <a:avLst/>
              </a:prstGeom>
              <a:solidFill>
                <a:schemeClr val="dk1"/>
              </a:solidFill>
              <a:ln w="15425" cap="flat" cmpd="sng">
                <a:solidFill>
                  <a:srgbClr val="082836"/>
                </a:solidFill>
                <a:prstDash val="solid"/>
                <a:miter lim="800000"/>
                <a:headEnd type="none" w="sm" len="sm"/>
                <a:tailEnd type="none" w="sm" len="sm"/>
              </a:ln>
            </p:spPr>
            <p:txBody>
              <a:bodyPr spcFirstLastPara="1" wrap="square" lIns="55550" tIns="27775" rIns="55550" bIns="27775" anchor="ctr" anchorCtr="0">
                <a:noAutofit/>
              </a:bodyPr>
              <a:lstStyle/>
              <a:p>
                <a:pPr marL="0" marR="0" lvl="0" indent="0" algn="ctr" rtl="0">
                  <a:spcBef>
                    <a:spcPts val="0"/>
                  </a:spcBef>
                  <a:spcAft>
                    <a:spcPts val="0"/>
                  </a:spcAft>
                  <a:buNone/>
                </a:pPr>
                <a:r>
                  <a:rPr lang="en" sz="1100" dirty="0">
                    <a:solidFill>
                      <a:schemeClr val="lt1"/>
                    </a:solidFill>
                    <a:latin typeface="Arial"/>
                    <a:ea typeface="Arial"/>
                    <a:cs typeface="Arial"/>
                    <a:sym typeface="Arial"/>
                  </a:rPr>
                  <a:t>L2</a:t>
                </a:r>
                <a:endParaRPr sz="1100" dirty="0">
                  <a:solidFill>
                    <a:schemeClr val="lt1"/>
                  </a:solidFill>
                </a:endParaRPr>
              </a:p>
            </p:txBody>
          </p:sp>
          <p:sp>
            <p:nvSpPr>
              <p:cNvPr id="670" name="Google Shape;211;p27">
                <a:extLst>
                  <a:ext uri="{FF2B5EF4-FFF2-40B4-BE49-F238E27FC236}">
                    <a16:creationId xmlns:a16="http://schemas.microsoft.com/office/drawing/2014/main" id="{B8169C52-CDEA-2791-E59E-05261905FD07}"/>
                  </a:ext>
                </a:extLst>
              </p:cNvPr>
              <p:cNvSpPr/>
              <p:nvPr/>
            </p:nvSpPr>
            <p:spPr>
              <a:xfrm>
                <a:off x="-463929" y="2775070"/>
                <a:ext cx="631500" cy="631500"/>
              </a:xfrm>
              <a:prstGeom prst="ellipse">
                <a:avLst/>
              </a:prstGeom>
              <a:solidFill>
                <a:schemeClr val="accent1"/>
              </a:solidFill>
              <a:ln w="15425" cap="flat" cmpd="sng">
                <a:solidFill>
                  <a:srgbClr val="082836"/>
                </a:solidFill>
                <a:prstDash val="solid"/>
                <a:miter lim="800000"/>
                <a:headEnd type="none" w="sm" len="sm"/>
                <a:tailEnd type="none" w="sm" len="sm"/>
              </a:ln>
            </p:spPr>
            <p:txBody>
              <a:bodyPr spcFirstLastPara="1" wrap="square" lIns="55550" tIns="27775" rIns="55550" bIns="27775" anchor="ctr" anchorCtr="0">
                <a:noAutofit/>
              </a:bodyPr>
              <a:lstStyle/>
              <a:p>
                <a:pPr marL="0" marR="0" lvl="0" indent="0" algn="ctr" rtl="0">
                  <a:spcBef>
                    <a:spcPts val="0"/>
                  </a:spcBef>
                  <a:spcAft>
                    <a:spcPts val="0"/>
                  </a:spcAft>
                  <a:buNone/>
                </a:pPr>
                <a:r>
                  <a:rPr lang="en" sz="1134" dirty="0">
                    <a:solidFill>
                      <a:schemeClr val="lt1"/>
                    </a:solidFill>
                  </a:rPr>
                  <a:t>L2</a:t>
                </a:r>
                <a:endParaRPr sz="1134" dirty="0">
                  <a:solidFill>
                    <a:schemeClr val="lt1"/>
                  </a:solidFill>
                  <a:latin typeface="Arial"/>
                  <a:ea typeface="Arial"/>
                  <a:cs typeface="Arial"/>
                  <a:sym typeface="Arial"/>
                </a:endParaRPr>
              </a:p>
            </p:txBody>
          </p:sp>
          <p:sp>
            <p:nvSpPr>
              <p:cNvPr id="671" name="Google Shape;211;p27">
                <a:extLst>
                  <a:ext uri="{FF2B5EF4-FFF2-40B4-BE49-F238E27FC236}">
                    <a16:creationId xmlns:a16="http://schemas.microsoft.com/office/drawing/2014/main" id="{B2892E03-DC58-6E6B-0E22-FCD060460F4A}"/>
                  </a:ext>
                </a:extLst>
              </p:cNvPr>
              <p:cNvSpPr/>
              <p:nvPr/>
            </p:nvSpPr>
            <p:spPr>
              <a:xfrm>
                <a:off x="-471950" y="600700"/>
                <a:ext cx="631500" cy="631500"/>
              </a:xfrm>
              <a:prstGeom prst="ellipse">
                <a:avLst/>
              </a:prstGeom>
              <a:solidFill>
                <a:schemeClr val="accent1"/>
              </a:solidFill>
              <a:ln w="15425" cap="flat" cmpd="sng">
                <a:solidFill>
                  <a:srgbClr val="082836"/>
                </a:solidFill>
                <a:prstDash val="solid"/>
                <a:miter lim="800000"/>
                <a:headEnd type="none" w="sm" len="sm"/>
                <a:tailEnd type="none" w="sm" len="sm"/>
              </a:ln>
            </p:spPr>
            <p:txBody>
              <a:bodyPr spcFirstLastPara="1" wrap="square" lIns="55550" tIns="27775" rIns="55550" bIns="27775" anchor="ctr" anchorCtr="0">
                <a:noAutofit/>
              </a:bodyPr>
              <a:lstStyle/>
              <a:p>
                <a:pPr marL="0" marR="0" lvl="0" indent="0" algn="ctr" rtl="0">
                  <a:spcBef>
                    <a:spcPts val="0"/>
                  </a:spcBef>
                  <a:spcAft>
                    <a:spcPts val="0"/>
                  </a:spcAft>
                  <a:buNone/>
                </a:pPr>
                <a:r>
                  <a:rPr lang="en" sz="1134" dirty="0">
                    <a:solidFill>
                      <a:schemeClr val="lt1"/>
                    </a:solidFill>
                  </a:rPr>
                  <a:t>L2</a:t>
                </a:r>
                <a:endParaRPr sz="1134" dirty="0">
                  <a:solidFill>
                    <a:schemeClr val="lt1"/>
                  </a:solidFill>
                  <a:latin typeface="Arial"/>
                  <a:ea typeface="Arial"/>
                  <a:cs typeface="Arial"/>
                  <a:sym typeface="Arial"/>
                </a:endParaRPr>
              </a:p>
            </p:txBody>
          </p:sp>
        </p:grpSp>
        <p:sp>
          <p:nvSpPr>
            <p:cNvPr id="317" name="Google Shape;218;p27">
              <a:extLst>
                <a:ext uri="{FF2B5EF4-FFF2-40B4-BE49-F238E27FC236}">
                  <a16:creationId xmlns:a16="http://schemas.microsoft.com/office/drawing/2014/main" id="{3C212008-0CEF-B4DD-9502-CF67F2BAB1C6}"/>
                </a:ext>
              </a:extLst>
            </p:cNvPr>
            <p:cNvSpPr txBox="1"/>
            <p:nvPr/>
          </p:nvSpPr>
          <p:spPr>
            <a:xfrm>
              <a:off x="4999383" y="8701050"/>
              <a:ext cx="1316750" cy="224927"/>
            </a:xfrm>
            <a:prstGeom prst="rect">
              <a:avLst/>
            </a:prstGeom>
            <a:noFill/>
            <a:ln>
              <a:noFill/>
            </a:ln>
          </p:spPr>
          <p:txBody>
            <a:bodyPr spcFirstLastPara="1" wrap="square" lIns="64700" tIns="32350" rIns="64700" bIns="32350" anchor="t" anchorCtr="0">
              <a:spAutoFit/>
            </a:bodyPr>
            <a:lstStyle/>
            <a:p>
              <a:pPr marL="0" marR="0" lvl="0" indent="0" algn="ctr" rtl="0">
                <a:spcBef>
                  <a:spcPts val="0"/>
                </a:spcBef>
                <a:spcAft>
                  <a:spcPts val="0"/>
                </a:spcAft>
                <a:buNone/>
              </a:pPr>
              <a:r>
                <a:rPr lang="en-US" sz="1037" dirty="0"/>
                <a:t>Center observation</a:t>
              </a:r>
              <a:endParaRPr sz="1037" dirty="0"/>
            </a:p>
          </p:txBody>
        </p:sp>
        <p:cxnSp>
          <p:nvCxnSpPr>
            <p:cNvPr id="318" name="Straight Connector 317">
              <a:extLst>
                <a:ext uri="{FF2B5EF4-FFF2-40B4-BE49-F238E27FC236}">
                  <a16:creationId xmlns:a16="http://schemas.microsoft.com/office/drawing/2014/main" id="{56C84144-A3F2-F4CF-DB02-1F4DB34A0B4B}"/>
                </a:ext>
              </a:extLst>
            </p:cNvPr>
            <p:cNvCxnSpPr>
              <a:cxnSpLocks/>
            </p:cNvCxnSpPr>
            <p:nvPr/>
          </p:nvCxnSpPr>
          <p:spPr>
            <a:xfrm>
              <a:off x="5657758" y="8907245"/>
              <a:ext cx="0" cy="253689"/>
            </a:xfrm>
            <a:prstGeom prst="line">
              <a:avLst/>
            </a:prstGeom>
            <a:ln w="38100"/>
          </p:spPr>
          <p:style>
            <a:lnRef idx="1">
              <a:schemeClr val="dk1"/>
            </a:lnRef>
            <a:fillRef idx="0">
              <a:schemeClr val="dk1"/>
            </a:fillRef>
            <a:effectRef idx="0">
              <a:schemeClr val="dk1"/>
            </a:effectRef>
            <a:fontRef idx="minor">
              <a:schemeClr val="tx1"/>
            </a:fontRef>
          </p:style>
        </p:cxnSp>
      </p:grpSp>
      <p:grpSp>
        <p:nvGrpSpPr>
          <p:cNvPr id="451" name="Group 450">
            <a:extLst>
              <a:ext uri="{FF2B5EF4-FFF2-40B4-BE49-F238E27FC236}">
                <a16:creationId xmlns:a16="http://schemas.microsoft.com/office/drawing/2014/main" id="{D150C5F1-4A22-26E3-B7C0-85A4AD01AFFE}"/>
              </a:ext>
            </a:extLst>
          </p:cNvPr>
          <p:cNvGrpSpPr/>
          <p:nvPr/>
        </p:nvGrpSpPr>
        <p:grpSpPr>
          <a:xfrm>
            <a:off x="-447957" y="8538011"/>
            <a:ext cx="10977004" cy="1472053"/>
            <a:chOff x="-452354" y="2415959"/>
            <a:chExt cx="10977004" cy="1472053"/>
          </a:xfrm>
        </p:grpSpPr>
        <p:sp>
          <p:nvSpPr>
            <p:cNvPr id="452" name="Google Shape;204;p27">
              <a:extLst>
                <a:ext uri="{FF2B5EF4-FFF2-40B4-BE49-F238E27FC236}">
                  <a16:creationId xmlns:a16="http://schemas.microsoft.com/office/drawing/2014/main" id="{D25B61F6-E931-8CA9-1C79-C6B24E39D0DA}"/>
                </a:ext>
              </a:extLst>
            </p:cNvPr>
            <p:cNvSpPr/>
            <p:nvPr/>
          </p:nvSpPr>
          <p:spPr>
            <a:xfrm>
              <a:off x="821909" y="2415959"/>
              <a:ext cx="9702741" cy="1472053"/>
            </a:xfrm>
            <a:prstGeom prst="rect">
              <a:avLst/>
            </a:prstGeom>
            <a:solidFill>
              <a:srgbClr val="BEF2C7">
                <a:alpha val="31760"/>
              </a:srgbClr>
            </a:solidFill>
            <a:ln w="17975" cap="flat" cmpd="sng">
              <a:solidFill>
                <a:srgbClr val="082836"/>
              </a:solidFill>
              <a:prstDash val="solid"/>
              <a:miter lim="800000"/>
              <a:headEnd type="none" w="sm" len="sm"/>
              <a:tailEnd type="none" w="sm" len="sm"/>
            </a:ln>
          </p:spPr>
          <p:txBody>
            <a:bodyPr spcFirstLastPara="1" wrap="square" lIns="64700" tIns="32350" rIns="64700" bIns="32350" anchor="t" anchorCtr="0">
              <a:noAutofit/>
            </a:bodyPr>
            <a:lstStyle/>
            <a:p>
              <a:pPr marL="0" marR="0" lvl="0" indent="0" algn="l" rtl="0">
                <a:spcBef>
                  <a:spcPts val="0"/>
                </a:spcBef>
                <a:spcAft>
                  <a:spcPts val="0"/>
                </a:spcAft>
                <a:buNone/>
              </a:pPr>
              <a:r>
                <a:rPr lang="en" sz="1320" b="0" i="0" u="none" strike="noStrike" cap="none" dirty="0">
                  <a:solidFill>
                    <a:schemeClr val="dk1"/>
                  </a:solidFill>
                  <a:latin typeface="Arial"/>
                  <a:ea typeface="Arial"/>
                  <a:cs typeface="Arial"/>
                  <a:sym typeface="Arial"/>
                </a:rPr>
                <a:t>7-observation moving window:</a:t>
              </a:r>
              <a:endParaRPr sz="1037" dirty="0"/>
            </a:p>
          </p:txBody>
        </p:sp>
        <p:sp>
          <p:nvSpPr>
            <p:cNvPr id="453" name="Google Shape;205;p27">
              <a:extLst>
                <a:ext uri="{FF2B5EF4-FFF2-40B4-BE49-F238E27FC236}">
                  <a16:creationId xmlns:a16="http://schemas.microsoft.com/office/drawing/2014/main" id="{DACBA4B9-3A96-F36E-3B1D-F71A7312E108}"/>
                </a:ext>
              </a:extLst>
            </p:cNvPr>
            <p:cNvSpPr/>
            <p:nvPr/>
          </p:nvSpPr>
          <p:spPr>
            <a:xfrm>
              <a:off x="821909" y="2775070"/>
              <a:ext cx="631500" cy="631500"/>
            </a:xfrm>
            <a:prstGeom prst="ellipse">
              <a:avLst/>
            </a:prstGeom>
            <a:solidFill>
              <a:schemeClr val="accent1"/>
            </a:solidFill>
            <a:ln w="15425" cap="flat" cmpd="sng">
              <a:solidFill>
                <a:srgbClr val="082836"/>
              </a:solidFill>
              <a:prstDash val="solid"/>
              <a:miter lim="800000"/>
              <a:headEnd type="none" w="sm" len="sm"/>
              <a:tailEnd type="none" w="sm" len="sm"/>
            </a:ln>
          </p:spPr>
          <p:txBody>
            <a:bodyPr spcFirstLastPara="1" wrap="square" lIns="55550" tIns="27775" rIns="55550" bIns="27775" anchor="ctr" anchorCtr="0">
              <a:noAutofit/>
            </a:bodyPr>
            <a:lstStyle/>
            <a:p>
              <a:pPr marL="0" marR="0" lvl="0" indent="0" algn="ctr" rtl="0">
                <a:spcBef>
                  <a:spcPts val="0"/>
                </a:spcBef>
                <a:spcAft>
                  <a:spcPts val="0"/>
                </a:spcAft>
                <a:buNone/>
              </a:pPr>
              <a:r>
                <a:rPr lang="en" sz="600" dirty="0">
                  <a:solidFill>
                    <a:schemeClr val="lt1"/>
                  </a:solidFill>
                </a:rPr>
                <a:t>updated</a:t>
              </a:r>
            </a:p>
            <a:p>
              <a:pPr marL="0" marR="0" lvl="0" indent="0" algn="ctr" rtl="0">
                <a:spcBef>
                  <a:spcPts val="0"/>
                </a:spcBef>
                <a:spcAft>
                  <a:spcPts val="0"/>
                </a:spcAft>
                <a:buNone/>
              </a:pPr>
              <a:r>
                <a:rPr lang="en" sz="1134" dirty="0">
                  <a:solidFill>
                    <a:schemeClr val="lt1"/>
                  </a:solidFill>
                </a:rPr>
                <a:t>t-6</a:t>
              </a:r>
              <a:br>
                <a:rPr lang="en" sz="1134" dirty="0">
                  <a:solidFill>
                    <a:schemeClr val="lt1"/>
                  </a:solidFill>
                </a:rPr>
              </a:br>
              <a:r>
                <a:rPr lang="en" sz="1134" dirty="0">
                  <a:solidFill>
                    <a:schemeClr val="lt1"/>
                  </a:solidFill>
                </a:rPr>
                <a:t>(L1)</a:t>
              </a:r>
              <a:endParaRPr sz="1134" dirty="0">
                <a:solidFill>
                  <a:schemeClr val="lt1"/>
                </a:solidFill>
                <a:latin typeface="Arial"/>
                <a:ea typeface="Arial"/>
                <a:cs typeface="Arial"/>
                <a:sym typeface="Arial"/>
              </a:endParaRPr>
            </a:p>
          </p:txBody>
        </p:sp>
        <p:sp>
          <p:nvSpPr>
            <p:cNvPr id="454" name="Google Shape;206;p27">
              <a:extLst>
                <a:ext uri="{FF2B5EF4-FFF2-40B4-BE49-F238E27FC236}">
                  <a16:creationId xmlns:a16="http://schemas.microsoft.com/office/drawing/2014/main" id="{208DAA8C-D9AE-B28F-F294-952AF43345C2}"/>
                </a:ext>
              </a:extLst>
            </p:cNvPr>
            <p:cNvSpPr/>
            <p:nvPr/>
          </p:nvSpPr>
          <p:spPr>
            <a:xfrm>
              <a:off x="2100002" y="2775098"/>
              <a:ext cx="631500" cy="631500"/>
            </a:xfrm>
            <a:prstGeom prst="ellipse">
              <a:avLst/>
            </a:prstGeom>
            <a:solidFill>
              <a:schemeClr val="accent1"/>
            </a:solidFill>
            <a:ln w="15425" cap="flat" cmpd="sng">
              <a:solidFill>
                <a:srgbClr val="082836"/>
              </a:solidFill>
              <a:prstDash val="solid"/>
              <a:miter lim="800000"/>
              <a:headEnd type="none" w="sm" len="sm"/>
              <a:tailEnd type="none" w="sm" len="sm"/>
            </a:ln>
          </p:spPr>
          <p:txBody>
            <a:bodyPr spcFirstLastPara="1" wrap="square" lIns="55550" tIns="27775" rIns="55550" bIns="27775" anchor="ctr" anchorCtr="0">
              <a:noAutofit/>
            </a:bodyPr>
            <a:lstStyle/>
            <a:p>
              <a:pPr algn="ctr"/>
              <a:r>
                <a:rPr lang="en" sz="600" dirty="0">
                  <a:solidFill>
                    <a:schemeClr val="lt1"/>
                  </a:solidFill>
                </a:rPr>
                <a:t>updated</a:t>
              </a:r>
            </a:p>
            <a:p>
              <a:pPr marL="0" marR="0" lvl="0" indent="0" algn="ctr" rtl="0">
                <a:spcBef>
                  <a:spcPts val="0"/>
                </a:spcBef>
                <a:spcAft>
                  <a:spcPts val="0"/>
                </a:spcAft>
                <a:buNone/>
              </a:pPr>
              <a:r>
                <a:rPr lang="en" sz="1134" dirty="0">
                  <a:solidFill>
                    <a:schemeClr val="lt1"/>
                  </a:solidFill>
                </a:rPr>
                <a:t>t-5</a:t>
              </a:r>
            </a:p>
            <a:p>
              <a:pPr marL="0" marR="0" lvl="0" indent="0" algn="ctr" rtl="0">
                <a:spcBef>
                  <a:spcPts val="0"/>
                </a:spcBef>
                <a:spcAft>
                  <a:spcPts val="0"/>
                </a:spcAft>
                <a:buNone/>
              </a:pPr>
              <a:r>
                <a:rPr lang="en" sz="1134" dirty="0">
                  <a:solidFill>
                    <a:schemeClr val="lt1"/>
                  </a:solidFill>
                  <a:latin typeface="Arial"/>
                  <a:ea typeface="Arial"/>
                  <a:cs typeface="Arial"/>
                  <a:sym typeface="Arial"/>
                </a:rPr>
                <a:t>(L1)</a:t>
              </a:r>
              <a:endParaRPr sz="1134" dirty="0">
                <a:solidFill>
                  <a:schemeClr val="lt1"/>
                </a:solidFill>
                <a:latin typeface="Arial"/>
                <a:ea typeface="Arial"/>
                <a:cs typeface="Arial"/>
                <a:sym typeface="Arial"/>
              </a:endParaRPr>
            </a:p>
          </p:txBody>
        </p:sp>
        <p:sp>
          <p:nvSpPr>
            <p:cNvPr id="455" name="Google Shape;207;p27">
              <a:extLst>
                <a:ext uri="{FF2B5EF4-FFF2-40B4-BE49-F238E27FC236}">
                  <a16:creationId xmlns:a16="http://schemas.microsoft.com/office/drawing/2014/main" id="{99669965-C856-6968-1B27-95DCD10FA258}"/>
                </a:ext>
              </a:extLst>
            </p:cNvPr>
            <p:cNvSpPr/>
            <p:nvPr/>
          </p:nvSpPr>
          <p:spPr>
            <a:xfrm>
              <a:off x="3398463" y="2775098"/>
              <a:ext cx="631500" cy="631500"/>
            </a:xfrm>
            <a:prstGeom prst="ellipse">
              <a:avLst/>
            </a:prstGeom>
            <a:solidFill>
              <a:schemeClr val="accent1"/>
            </a:solidFill>
            <a:ln w="15425" cap="flat" cmpd="sng">
              <a:solidFill>
                <a:srgbClr val="082836"/>
              </a:solidFill>
              <a:prstDash val="solid"/>
              <a:miter lim="800000"/>
              <a:headEnd type="none" w="sm" len="sm"/>
              <a:tailEnd type="none" w="sm" len="sm"/>
            </a:ln>
          </p:spPr>
          <p:txBody>
            <a:bodyPr spcFirstLastPara="1" wrap="square" lIns="55550" tIns="27775" rIns="55550" bIns="27775" anchor="ctr" anchorCtr="0">
              <a:noAutofit/>
            </a:bodyPr>
            <a:lstStyle/>
            <a:p>
              <a:pPr algn="ctr"/>
              <a:r>
                <a:rPr lang="en" sz="600" dirty="0">
                  <a:solidFill>
                    <a:schemeClr val="lt1"/>
                  </a:solidFill>
                </a:rPr>
                <a:t>updated</a:t>
              </a:r>
            </a:p>
            <a:p>
              <a:pPr marL="0" marR="0" lvl="0" indent="0" algn="ctr" rtl="0">
                <a:spcBef>
                  <a:spcPts val="0"/>
                </a:spcBef>
                <a:spcAft>
                  <a:spcPts val="0"/>
                </a:spcAft>
                <a:buNone/>
              </a:pPr>
              <a:r>
                <a:rPr lang="en" sz="1134" dirty="0">
                  <a:solidFill>
                    <a:schemeClr val="lt1"/>
                  </a:solidFill>
                </a:rPr>
                <a:t>t-4</a:t>
              </a:r>
            </a:p>
            <a:p>
              <a:pPr marL="0" marR="0" lvl="0" indent="0" algn="ctr" rtl="0">
                <a:spcBef>
                  <a:spcPts val="0"/>
                </a:spcBef>
                <a:spcAft>
                  <a:spcPts val="0"/>
                </a:spcAft>
                <a:buNone/>
              </a:pPr>
              <a:r>
                <a:rPr lang="en" sz="1134" dirty="0">
                  <a:solidFill>
                    <a:schemeClr val="lt1"/>
                  </a:solidFill>
                  <a:latin typeface="Arial"/>
                  <a:ea typeface="Arial"/>
                  <a:cs typeface="Arial"/>
                  <a:sym typeface="Arial"/>
                </a:rPr>
                <a:t>(L1)</a:t>
              </a:r>
              <a:endParaRPr sz="1134" dirty="0">
                <a:solidFill>
                  <a:schemeClr val="lt1"/>
                </a:solidFill>
                <a:latin typeface="Arial"/>
                <a:ea typeface="Arial"/>
                <a:cs typeface="Arial"/>
                <a:sym typeface="Arial"/>
              </a:endParaRPr>
            </a:p>
          </p:txBody>
        </p:sp>
        <p:sp>
          <p:nvSpPr>
            <p:cNvPr id="456" name="Google Shape;208;p27">
              <a:extLst>
                <a:ext uri="{FF2B5EF4-FFF2-40B4-BE49-F238E27FC236}">
                  <a16:creationId xmlns:a16="http://schemas.microsoft.com/office/drawing/2014/main" id="{C25601F2-B4B4-E0E3-62FD-9203CD997526}"/>
                </a:ext>
              </a:extLst>
            </p:cNvPr>
            <p:cNvSpPr/>
            <p:nvPr/>
          </p:nvSpPr>
          <p:spPr>
            <a:xfrm>
              <a:off x="4047694" y="2775098"/>
              <a:ext cx="631500" cy="631500"/>
            </a:xfrm>
            <a:prstGeom prst="ellipse">
              <a:avLst/>
            </a:prstGeom>
            <a:solidFill>
              <a:srgbClr val="92D050"/>
            </a:solidFill>
            <a:ln w="15425" cap="flat" cmpd="sng">
              <a:solidFill>
                <a:srgbClr val="082836"/>
              </a:solidFill>
              <a:prstDash val="solid"/>
              <a:miter lim="800000"/>
              <a:headEnd type="none" w="sm" len="sm"/>
              <a:tailEnd type="none" w="sm" len="sm"/>
            </a:ln>
          </p:spPr>
          <p:txBody>
            <a:bodyPr spcFirstLastPara="1" wrap="square" lIns="55550" tIns="27775" rIns="55550" bIns="27775" anchor="ctr" anchorCtr="0">
              <a:noAutofit/>
            </a:bodyPr>
            <a:lstStyle/>
            <a:p>
              <a:pPr marL="0" marR="0" lvl="0" indent="0" algn="ctr" rtl="0">
                <a:spcBef>
                  <a:spcPts val="0"/>
                </a:spcBef>
                <a:spcAft>
                  <a:spcPts val="0"/>
                </a:spcAft>
                <a:buNone/>
              </a:pPr>
              <a:r>
                <a:rPr lang="en" sz="1134" dirty="0">
                  <a:solidFill>
                    <a:schemeClr val="lt1"/>
                  </a:solidFill>
                </a:rPr>
                <a:t>t-3</a:t>
              </a:r>
              <a:endParaRPr sz="1134" dirty="0">
                <a:solidFill>
                  <a:schemeClr val="lt1"/>
                </a:solidFill>
                <a:latin typeface="Arial"/>
                <a:ea typeface="Arial"/>
                <a:cs typeface="Arial"/>
                <a:sym typeface="Arial"/>
              </a:endParaRPr>
            </a:p>
          </p:txBody>
        </p:sp>
        <p:sp>
          <p:nvSpPr>
            <p:cNvPr id="457" name="Google Shape;209;p27">
              <a:extLst>
                <a:ext uri="{FF2B5EF4-FFF2-40B4-BE49-F238E27FC236}">
                  <a16:creationId xmlns:a16="http://schemas.microsoft.com/office/drawing/2014/main" id="{526E8AC0-E2A1-5C01-ED90-EE6A560D857C}"/>
                </a:ext>
              </a:extLst>
            </p:cNvPr>
            <p:cNvSpPr/>
            <p:nvPr/>
          </p:nvSpPr>
          <p:spPr>
            <a:xfrm>
              <a:off x="5346154" y="2788415"/>
              <a:ext cx="631500" cy="631500"/>
            </a:xfrm>
            <a:prstGeom prst="ellipse">
              <a:avLst/>
            </a:prstGeom>
            <a:solidFill>
              <a:srgbClr val="92D050"/>
            </a:solidFill>
            <a:ln w="15425" cap="flat" cmpd="sng">
              <a:solidFill>
                <a:srgbClr val="082836"/>
              </a:solidFill>
              <a:prstDash val="solid"/>
              <a:miter lim="800000"/>
              <a:headEnd type="none" w="sm" len="sm"/>
              <a:tailEnd type="none" w="sm" len="sm"/>
            </a:ln>
          </p:spPr>
          <p:txBody>
            <a:bodyPr spcFirstLastPara="1" wrap="square" lIns="55550" tIns="27775" rIns="55550" bIns="27775" anchor="ctr" anchorCtr="0">
              <a:noAutofit/>
            </a:bodyPr>
            <a:lstStyle/>
            <a:p>
              <a:pPr marL="0" marR="0" lvl="0" indent="0" algn="ctr" rtl="0">
                <a:spcBef>
                  <a:spcPts val="0"/>
                </a:spcBef>
                <a:spcAft>
                  <a:spcPts val="0"/>
                </a:spcAft>
                <a:buNone/>
              </a:pPr>
              <a:r>
                <a:rPr lang="en" sz="1134" dirty="0">
                  <a:solidFill>
                    <a:schemeClr val="lt1"/>
                  </a:solidFill>
                </a:rPr>
                <a:t>t-2</a:t>
              </a:r>
              <a:endParaRPr sz="1134" dirty="0">
                <a:solidFill>
                  <a:schemeClr val="lt1"/>
                </a:solidFill>
                <a:latin typeface="Arial"/>
                <a:ea typeface="Arial"/>
                <a:cs typeface="Arial"/>
                <a:sym typeface="Arial"/>
              </a:endParaRPr>
            </a:p>
          </p:txBody>
        </p:sp>
        <p:sp>
          <p:nvSpPr>
            <p:cNvPr id="458" name="Google Shape;210;p27">
              <a:extLst>
                <a:ext uri="{FF2B5EF4-FFF2-40B4-BE49-F238E27FC236}">
                  <a16:creationId xmlns:a16="http://schemas.microsoft.com/office/drawing/2014/main" id="{5F9BB9A4-DD7F-3B93-99B9-E2D7AE36964F}"/>
                </a:ext>
              </a:extLst>
            </p:cNvPr>
            <p:cNvSpPr/>
            <p:nvPr/>
          </p:nvSpPr>
          <p:spPr>
            <a:xfrm>
              <a:off x="7293844" y="2775098"/>
              <a:ext cx="631500" cy="631500"/>
            </a:xfrm>
            <a:prstGeom prst="ellipse">
              <a:avLst/>
            </a:prstGeom>
            <a:solidFill>
              <a:srgbClr val="92D050"/>
            </a:solidFill>
            <a:ln w="15425" cap="flat" cmpd="sng">
              <a:solidFill>
                <a:srgbClr val="082836"/>
              </a:solidFill>
              <a:prstDash val="solid"/>
              <a:miter lim="800000"/>
              <a:headEnd type="none" w="sm" len="sm"/>
              <a:tailEnd type="none" w="sm" len="sm"/>
            </a:ln>
          </p:spPr>
          <p:txBody>
            <a:bodyPr spcFirstLastPara="1" wrap="square" lIns="55550" tIns="27775" rIns="55550" bIns="27775" anchor="ctr" anchorCtr="0">
              <a:noAutofit/>
            </a:bodyPr>
            <a:lstStyle/>
            <a:p>
              <a:pPr algn="ctr"/>
              <a:r>
                <a:rPr lang="en-GB" sz="1134" dirty="0">
                  <a:solidFill>
                    <a:schemeClr val="lt1"/>
                  </a:solidFill>
                </a:rPr>
                <a:t>t-1</a:t>
              </a:r>
            </a:p>
          </p:txBody>
        </p:sp>
        <p:sp>
          <p:nvSpPr>
            <p:cNvPr id="459" name="Google Shape;211;p27">
              <a:extLst>
                <a:ext uri="{FF2B5EF4-FFF2-40B4-BE49-F238E27FC236}">
                  <a16:creationId xmlns:a16="http://schemas.microsoft.com/office/drawing/2014/main" id="{B60ED44D-9716-26FF-5787-8DD040A21890}"/>
                </a:ext>
              </a:extLst>
            </p:cNvPr>
            <p:cNvSpPr/>
            <p:nvPr/>
          </p:nvSpPr>
          <p:spPr>
            <a:xfrm>
              <a:off x="172679" y="2775070"/>
              <a:ext cx="631500" cy="631500"/>
            </a:xfrm>
            <a:prstGeom prst="ellipse">
              <a:avLst/>
            </a:prstGeom>
            <a:solidFill>
              <a:schemeClr val="accent1"/>
            </a:solidFill>
            <a:ln w="15425" cap="flat" cmpd="sng">
              <a:solidFill>
                <a:srgbClr val="082836"/>
              </a:solidFill>
              <a:prstDash val="solid"/>
              <a:miter lim="800000"/>
              <a:headEnd type="none" w="sm" len="sm"/>
              <a:tailEnd type="none" w="sm" len="sm"/>
            </a:ln>
          </p:spPr>
          <p:txBody>
            <a:bodyPr spcFirstLastPara="1" wrap="square" lIns="55550" tIns="27775" rIns="55550" bIns="27775" anchor="ctr" anchorCtr="0">
              <a:noAutofit/>
            </a:bodyPr>
            <a:lstStyle/>
            <a:p>
              <a:pPr marL="0" marR="0" lvl="0" indent="0" algn="ctr" rtl="0">
                <a:spcBef>
                  <a:spcPts val="0"/>
                </a:spcBef>
                <a:spcAft>
                  <a:spcPts val="0"/>
                </a:spcAft>
                <a:buNone/>
              </a:pPr>
              <a:r>
                <a:rPr lang="en" sz="1134" dirty="0">
                  <a:solidFill>
                    <a:schemeClr val="lt1"/>
                  </a:solidFill>
                </a:rPr>
                <a:t>L2</a:t>
              </a:r>
              <a:endParaRPr sz="1134" dirty="0">
                <a:solidFill>
                  <a:schemeClr val="lt1"/>
                </a:solidFill>
                <a:latin typeface="Arial"/>
                <a:ea typeface="Arial"/>
                <a:cs typeface="Arial"/>
                <a:sym typeface="Arial"/>
              </a:endParaRPr>
            </a:p>
          </p:txBody>
        </p:sp>
        <p:sp>
          <p:nvSpPr>
            <p:cNvPr id="460" name="Google Shape;212;p27">
              <a:extLst>
                <a:ext uri="{FF2B5EF4-FFF2-40B4-BE49-F238E27FC236}">
                  <a16:creationId xmlns:a16="http://schemas.microsoft.com/office/drawing/2014/main" id="{B54DBA98-2D4A-038A-0A20-C521FEC2A46E}"/>
                </a:ext>
              </a:extLst>
            </p:cNvPr>
            <p:cNvSpPr/>
            <p:nvPr/>
          </p:nvSpPr>
          <p:spPr>
            <a:xfrm>
              <a:off x="5995383" y="2775098"/>
              <a:ext cx="631500" cy="631500"/>
            </a:xfrm>
            <a:prstGeom prst="ellipse">
              <a:avLst/>
            </a:prstGeom>
            <a:noFill/>
            <a:ln w="15425" cap="flat" cmpd="sng">
              <a:solidFill>
                <a:srgbClr val="082836"/>
              </a:solidFill>
              <a:prstDash val="dash"/>
              <a:miter lim="800000"/>
              <a:headEnd type="none" w="sm" len="sm"/>
              <a:tailEnd type="none" w="sm" len="sm"/>
            </a:ln>
          </p:spPr>
          <p:txBody>
            <a:bodyPr spcFirstLastPara="1" wrap="square" lIns="55550" tIns="27775" rIns="55550" bIns="27775" anchor="ctr" anchorCtr="0">
              <a:noAutofit/>
            </a:bodyPr>
            <a:lstStyle/>
            <a:p>
              <a:pPr algn="ctr"/>
              <a:r>
                <a:rPr lang="en-GB" sz="700" dirty="0">
                  <a:solidFill>
                    <a:schemeClr val="tx1"/>
                  </a:solidFill>
                </a:rPr>
                <a:t>updated</a:t>
              </a:r>
            </a:p>
            <a:p>
              <a:pPr lvl="0" algn="ctr"/>
              <a:r>
                <a:rPr lang="en-GB" sz="1200" dirty="0">
                  <a:solidFill>
                    <a:schemeClr val="tx1"/>
                  </a:solidFill>
                </a:rPr>
                <a:t>L1</a:t>
              </a:r>
            </a:p>
          </p:txBody>
        </p:sp>
        <p:sp>
          <p:nvSpPr>
            <p:cNvPr id="461" name="Google Shape;213;p27">
              <a:extLst>
                <a:ext uri="{FF2B5EF4-FFF2-40B4-BE49-F238E27FC236}">
                  <a16:creationId xmlns:a16="http://schemas.microsoft.com/office/drawing/2014/main" id="{005873D6-7879-5239-F8F4-80638A93DB54}"/>
                </a:ext>
              </a:extLst>
            </p:cNvPr>
            <p:cNvSpPr/>
            <p:nvPr/>
          </p:nvSpPr>
          <p:spPr>
            <a:xfrm>
              <a:off x="6644613" y="2765584"/>
              <a:ext cx="631500" cy="631500"/>
            </a:xfrm>
            <a:prstGeom prst="ellipse">
              <a:avLst/>
            </a:prstGeom>
            <a:noFill/>
            <a:ln w="15425" cap="flat" cmpd="sng">
              <a:solidFill>
                <a:srgbClr val="082836"/>
              </a:solidFill>
              <a:prstDash val="dash"/>
              <a:miter lim="800000"/>
              <a:headEnd type="none" w="sm" len="sm"/>
              <a:tailEnd type="none" w="sm" len="sm"/>
            </a:ln>
          </p:spPr>
          <p:txBody>
            <a:bodyPr spcFirstLastPara="1" wrap="square" lIns="55550" tIns="27775" rIns="55550" bIns="27775" anchor="ctr" anchorCtr="0">
              <a:noAutofit/>
            </a:bodyPr>
            <a:lstStyle/>
            <a:p>
              <a:pPr algn="ctr"/>
              <a:r>
                <a:rPr lang="en-GB" sz="600" dirty="0">
                  <a:solidFill>
                    <a:schemeClr val="tx1"/>
                  </a:solidFill>
                </a:rPr>
                <a:t>updated</a:t>
              </a:r>
            </a:p>
            <a:p>
              <a:pPr lvl="0" algn="ctr"/>
              <a:r>
                <a:rPr lang="en-GB" sz="1100" dirty="0">
                  <a:solidFill>
                    <a:schemeClr val="tx1"/>
                  </a:solidFill>
                </a:rPr>
                <a:t>L1</a:t>
              </a:r>
            </a:p>
          </p:txBody>
        </p:sp>
        <p:sp>
          <p:nvSpPr>
            <p:cNvPr id="462" name="Google Shape;215;p27">
              <a:extLst>
                <a:ext uri="{FF2B5EF4-FFF2-40B4-BE49-F238E27FC236}">
                  <a16:creationId xmlns:a16="http://schemas.microsoft.com/office/drawing/2014/main" id="{CEDE498F-3B84-9E74-72E8-30F21676075B}"/>
                </a:ext>
              </a:extLst>
            </p:cNvPr>
            <p:cNvSpPr/>
            <p:nvPr/>
          </p:nvSpPr>
          <p:spPr>
            <a:xfrm>
              <a:off x="4696924" y="2788415"/>
              <a:ext cx="631500" cy="631500"/>
            </a:xfrm>
            <a:prstGeom prst="ellipse">
              <a:avLst/>
            </a:prstGeom>
            <a:noFill/>
            <a:ln w="15425" cap="flat" cmpd="sng">
              <a:solidFill>
                <a:srgbClr val="082836"/>
              </a:solidFill>
              <a:prstDash val="dash"/>
              <a:miter lim="800000"/>
              <a:headEnd type="none" w="sm" len="sm"/>
              <a:tailEnd type="none" w="sm" len="sm"/>
            </a:ln>
          </p:spPr>
          <p:txBody>
            <a:bodyPr spcFirstLastPara="1" wrap="square" lIns="55550" tIns="27775" rIns="55550" bIns="27775" anchor="ctr" anchorCtr="0">
              <a:noAutofit/>
            </a:bodyPr>
            <a:lstStyle/>
            <a:p>
              <a:pPr algn="ctr"/>
              <a:r>
                <a:rPr lang="en-GB" sz="700" dirty="0">
                  <a:solidFill>
                    <a:schemeClr val="tx1"/>
                  </a:solidFill>
                </a:rPr>
                <a:t>updated</a:t>
              </a:r>
            </a:p>
            <a:p>
              <a:pPr lvl="0" algn="ctr"/>
              <a:r>
                <a:rPr lang="en-GB" sz="1200" dirty="0">
                  <a:solidFill>
                    <a:schemeClr val="tx1"/>
                  </a:solidFill>
                </a:rPr>
                <a:t>L1</a:t>
              </a:r>
            </a:p>
          </p:txBody>
        </p:sp>
        <p:sp>
          <p:nvSpPr>
            <p:cNvPr id="463" name="Google Shape;218;p27">
              <a:extLst>
                <a:ext uri="{FF2B5EF4-FFF2-40B4-BE49-F238E27FC236}">
                  <a16:creationId xmlns:a16="http://schemas.microsoft.com/office/drawing/2014/main" id="{02FB618D-A71D-8137-1A86-C01A3C8947EA}"/>
                </a:ext>
              </a:extLst>
            </p:cNvPr>
            <p:cNvSpPr txBox="1"/>
            <p:nvPr/>
          </p:nvSpPr>
          <p:spPr>
            <a:xfrm>
              <a:off x="6000844" y="3416112"/>
              <a:ext cx="1293000" cy="471900"/>
            </a:xfrm>
            <a:prstGeom prst="rect">
              <a:avLst/>
            </a:prstGeom>
            <a:noFill/>
            <a:ln>
              <a:noFill/>
            </a:ln>
          </p:spPr>
          <p:txBody>
            <a:bodyPr spcFirstLastPara="1" wrap="square" lIns="64700" tIns="32350" rIns="64700" bIns="32350" anchor="t" anchorCtr="0">
              <a:spAutoFit/>
            </a:bodyPr>
            <a:lstStyle/>
            <a:p>
              <a:pPr marL="0" marR="0" lvl="0" indent="0" algn="ctr" rtl="0">
                <a:spcBef>
                  <a:spcPts val="0"/>
                </a:spcBef>
                <a:spcAft>
                  <a:spcPts val="0"/>
                </a:spcAft>
                <a:buNone/>
              </a:pPr>
              <a:r>
                <a:rPr lang="en" sz="1320" dirty="0">
                  <a:solidFill>
                    <a:schemeClr val="dk1"/>
                  </a:solidFill>
                  <a:latin typeface="Arial"/>
                  <a:ea typeface="Arial"/>
                  <a:cs typeface="Arial"/>
                  <a:sym typeface="Arial"/>
                </a:rPr>
                <a:t>Linear</a:t>
              </a:r>
              <a:br>
                <a:rPr lang="en" sz="1320" dirty="0">
                  <a:solidFill>
                    <a:schemeClr val="dk1"/>
                  </a:solidFill>
                  <a:latin typeface="Arial"/>
                  <a:ea typeface="Arial"/>
                  <a:cs typeface="Arial"/>
                  <a:sym typeface="Arial"/>
                </a:rPr>
              </a:br>
              <a:r>
                <a:rPr lang="en" sz="1320" dirty="0">
                  <a:solidFill>
                    <a:schemeClr val="dk1"/>
                  </a:solidFill>
                  <a:latin typeface="Arial"/>
                  <a:ea typeface="Arial"/>
                  <a:cs typeface="Arial"/>
                  <a:sym typeface="Arial"/>
                </a:rPr>
                <a:t>interpolation</a:t>
              </a:r>
              <a:endParaRPr sz="1037" dirty="0"/>
            </a:p>
          </p:txBody>
        </p:sp>
        <p:sp>
          <p:nvSpPr>
            <p:cNvPr id="464" name="Google Shape;220;p27">
              <a:extLst>
                <a:ext uri="{FF2B5EF4-FFF2-40B4-BE49-F238E27FC236}">
                  <a16:creationId xmlns:a16="http://schemas.microsoft.com/office/drawing/2014/main" id="{57AC78CA-82E2-4ECC-8357-817E32711DC0}"/>
                </a:ext>
              </a:extLst>
            </p:cNvPr>
            <p:cNvSpPr/>
            <p:nvPr/>
          </p:nvSpPr>
          <p:spPr>
            <a:xfrm>
              <a:off x="1460945" y="2788409"/>
              <a:ext cx="631500" cy="631500"/>
            </a:xfrm>
            <a:prstGeom prst="ellipse">
              <a:avLst/>
            </a:prstGeom>
            <a:solidFill>
              <a:schemeClr val="dk1"/>
            </a:solidFill>
            <a:ln w="15425" cap="flat" cmpd="sng">
              <a:solidFill>
                <a:srgbClr val="082836"/>
              </a:solidFill>
              <a:prstDash val="solid"/>
              <a:miter lim="800000"/>
              <a:headEnd type="none" w="sm" len="sm"/>
              <a:tailEnd type="none" w="sm" len="sm"/>
            </a:ln>
          </p:spPr>
          <p:txBody>
            <a:bodyPr spcFirstLastPara="1" wrap="square" lIns="55550" tIns="27775" rIns="55550" bIns="27775" anchor="ctr" anchorCtr="0">
              <a:noAutofit/>
            </a:bodyPr>
            <a:lstStyle/>
            <a:p>
              <a:pPr algn="ctr"/>
              <a:r>
                <a:rPr lang="en" sz="600" dirty="0">
                  <a:solidFill>
                    <a:schemeClr val="lt1"/>
                  </a:solidFill>
                </a:rPr>
                <a:t>updated</a:t>
              </a:r>
            </a:p>
            <a:p>
              <a:pPr marL="0" marR="0" lvl="0" indent="0" algn="ctr" rtl="0">
                <a:spcBef>
                  <a:spcPts val="0"/>
                </a:spcBef>
                <a:spcAft>
                  <a:spcPts val="0"/>
                </a:spcAft>
                <a:buNone/>
              </a:pPr>
              <a:r>
                <a:rPr lang="en" sz="1100" dirty="0">
                  <a:solidFill>
                    <a:schemeClr val="lt1"/>
                  </a:solidFill>
                  <a:latin typeface="Arial"/>
                  <a:ea typeface="Arial"/>
                  <a:cs typeface="Arial"/>
                  <a:sym typeface="Arial"/>
                </a:rPr>
                <a:t>L1</a:t>
              </a:r>
              <a:endParaRPr sz="1100" dirty="0">
                <a:solidFill>
                  <a:schemeClr val="lt1"/>
                </a:solidFill>
              </a:endParaRPr>
            </a:p>
          </p:txBody>
        </p:sp>
        <p:sp>
          <p:nvSpPr>
            <p:cNvPr id="465" name="Google Shape;215;p27">
              <a:extLst>
                <a:ext uri="{FF2B5EF4-FFF2-40B4-BE49-F238E27FC236}">
                  <a16:creationId xmlns:a16="http://schemas.microsoft.com/office/drawing/2014/main" id="{EA8D6C26-AFC1-ED42-92A5-F007E0D6A903}"/>
                </a:ext>
              </a:extLst>
            </p:cNvPr>
            <p:cNvSpPr/>
            <p:nvPr/>
          </p:nvSpPr>
          <p:spPr>
            <a:xfrm>
              <a:off x="7925344" y="2765584"/>
              <a:ext cx="631500" cy="631500"/>
            </a:xfrm>
            <a:prstGeom prst="ellipse">
              <a:avLst/>
            </a:prstGeom>
            <a:noFill/>
            <a:ln w="15425" cap="flat" cmpd="sng">
              <a:solidFill>
                <a:srgbClr val="082836"/>
              </a:solidFill>
              <a:prstDash val="dash"/>
              <a:miter lim="800000"/>
              <a:headEnd type="none" w="sm" len="sm"/>
              <a:tailEnd type="none" w="sm" len="sm"/>
            </a:ln>
          </p:spPr>
          <p:txBody>
            <a:bodyPr spcFirstLastPara="1" wrap="square" lIns="55550" tIns="27775" rIns="55550" bIns="27775" anchor="ctr" anchorCtr="0">
              <a:noAutofit/>
            </a:bodyPr>
            <a:lstStyle/>
            <a:p>
              <a:pPr marL="0" marR="0" lvl="0" indent="0" algn="ctr" rtl="0">
                <a:spcBef>
                  <a:spcPts val="0"/>
                </a:spcBef>
                <a:spcAft>
                  <a:spcPts val="0"/>
                </a:spcAft>
                <a:buNone/>
              </a:pPr>
              <a:r>
                <a:rPr lang="en" sz="1701" dirty="0">
                  <a:solidFill>
                    <a:schemeClr val="dk1"/>
                  </a:solidFill>
                  <a:latin typeface="Arial"/>
                  <a:ea typeface="Arial"/>
                  <a:cs typeface="Arial"/>
                  <a:sym typeface="Arial"/>
                </a:rPr>
                <a:t>L1</a:t>
              </a:r>
              <a:endParaRPr sz="891" dirty="0"/>
            </a:p>
          </p:txBody>
        </p:sp>
        <p:sp>
          <p:nvSpPr>
            <p:cNvPr id="466" name="Google Shape;218;p27">
              <a:extLst>
                <a:ext uri="{FF2B5EF4-FFF2-40B4-BE49-F238E27FC236}">
                  <a16:creationId xmlns:a16="http://schemas.microsoft.com/office/drawing/2014/main" id="{F3BE160C-A906-9194-84F0-1AE22F27D2BE}"/>
                </a:ext>
              </a:extLst>
            </p:cNvPr>
            <p:cNvSpPr txBox="1"/>
            <p:nvPr/>
          </p:nvSpPr>
          <p:spPr>
            <a:xfrm>
              <a:off x="8314209" y="2479179"/>
              <a:ext cx="774306" cy="224927"/>
            </a:xfrm>
            <a:prstGeom prst="rect">
              <a:avLst/>
            </a:prstGeom>
            <a:noFill/>
            <a:ln>
              <a:noFill/>
            </a:ln>
          </p:spPr>
          <p:txBody>
            <a:bodyPr spcFirstLastPara="1" wrap="square" lIns="64700" tIns="32350" rIns="64700" bIns="32350" anchor="t" anchorCtr="0">
              <a:spAutoFit/>
            </a:bodyPr>
            <a:lstStyle/>
            <a:p>
              <a:pPr marL="0" marR="0" lvl="0" indent="0" algn="ctr" rtl="0">
                <a:spcBef>
                  <a:spcPts val="0"/>
                </a:spcBef>
                <a:spcAft>
                  <a:spcPts val="0"/>
                </a:spcAft>
                <a:buNone/>
              </a:pPr>
              <a:r>
                <a:rPr lang="en-US" sz="1037" dirty="0"/>
                <a:t>Yesterday</a:t>
              </a:r>
              <a:endParaRPr sz="1037" dirty="0"/>
            </a:p>
          </p:txBody>
        </p:sp>
        <p:cxnSp>
          <p:nvCxnSpPr>
            <p:cNvPr id="467" name="Straight Connector 466">
              <a:extLst>
                <a:ext uri="{FF2B5EF4-FFF2-40B4-BE49-F238E27FC236}">
                  <a16:creationId xmlns:a16="http://schemas.microsoft.com/office/drawing/2014/main" id="{A56190AD-CD1C-341E-B850-B550C95CC0A3}"/>
                </a:ext>
              </a:extLst>
            </p:cNvPr>
            <p:cNvCxnSpPr>
              <a:cxnSpLocks/>
            </p:cNvCxnSpPr>
            <p:nvPr/>
          </p:nvCxnSpPr>
          <p:spPr>
            <a:xfrm>
              <a:off x="8701362" y="2765584"/>
              <a:ext cx="0" cy="631500"/>
            </a:xfrm>
            <a:prstGeom prst="line">
              <a:avLst/>
            </a:prstGeom>
            <a:ln w="38100"/>
          </p:spPr>
          <p:style>
            <a:lnRef idx="1">
              <a:schemeClr val="dk1"/>
            </a:lnRef>
            <a:fillRef idx="0">
              <a:schemeClr val="dk1"/>
            </a:fillRef>
            <a:effectRef idx="0">
              <a:schemeClr val="dk1"/>
            </a:effectRef>
            <a:fontRef idx="minor">
              <a:schemeClr val="tx1"/>
            </a:fontRef>
          </p:style>
        </p:cxnSp>
        <p:sp>
          <p:nvSpPr>
            <p:cNvPr id="468" name="Google Shape;210;p27">
              <a:extLst>
                <a:ext uri="{FF2B5EF4-FFF2-40B4-BE49-F238E27FC236}">
                  <a16:creationId xmlns:a16="http://schemas.microsoft.com/office/drawing/2014/main" id="{919FCC7B-A109-2115-2F5A-7F3E0B465C17}"/>
                </a:ext>
              </a:extLst>
            </p:cNvPr>
            <p:cNvSpPr/>
            <p:nvPr/>
          </p:nvSpPr>
          <p:spPr>
            <a:xfrm>
              <a:off x="8818792" y="2765584"/>
              <a:ext cx="631500" cy="631500"/>
            </a:xfrm>
            <a:prstGeom prst="ellipse">
              <a:avLst/>
            </a:prstGeom>
            <a:solidFill>
              <a:srgbClr val="92D050"/>
            </a:solidFill>
            <a:ln w="15425" cap="flat" cmpd="sng">
              <a:solidFill>
                <a:srgbClr val="082836"/>
              </a:solidFill>
              <a:prstDash val="solid"/>
              <a:miter lim="800000"/>
              <a:headEnd type="none" w="sm" len="sm"/>
              <a:tailEnd type="none" w="sm" len="sm"/>
            </a:ln>
          </p:spPr>
          <p:txBody>
            <a:bodyPr spcFirstLastPara="1" wrap="square" lIns="55550" tIns="27775" rIns="55550" bIns="27775" anchor="ctr" anchorCtr="0">
              <a:noAutofit/>
            </a:bodyPr>
            <a:lstStyle/>
            <a:p>
              <a:pPr marL="0" marR="0" lvl="0" indent="0" algn="ctr" rtl="0">
                <a:spcBef>
                  <a:spcPts val="0"/>
                </a:spcBef>
                <a:spcAft>
                  <a:spcPts val="0"/>
                </a:spcAft>
                <a:buNone/>
              </a:pPr>
              <a:r>
                <a:rPr lang="en" sz="1134" dirty="0">
                  <a:solidFill>
                    <a:schemeClr val="lt1"/>
                  </a:solidFill>
                </a:rPr>
                <a:t>t0</a:t>
              </a:r>
              <a:endParaRPr sz="1134" dirty="0">
                <a:solidFill>
                  <a:schemeClr val="lt1"/>
                </a:solidFill>
                <a:latin typeface="Arial"/>
                <a:ea typeface="Arial"/>
                <a:cs typeface="Arial"/>
                <a:sym typeface="Arial"/>
              </a:endParaRPr>
            </a:p>
          </p:txBody>
        </p:sp>
        <p:sp>
          <p:nvSpPr>
            <p:cNvPr id="469" name="Google Shape;218;p27">
              <a:extLst>
                <a:ext uri="{FF2B5EF4-FFF2-40B4-BE49-F238E27FC236}">
                  <a16:creationId xmlns:a16="http://schemas.microsoft.com/office/drawing/2014/main" id="{3DBE0899-E52A-23F1-3670-D3267D50C219}"/>
                </a:ext>
              </a:extLst>
            </p:cNvPr>
            <p:cNvSpPr txBox="1"/>
            <p:nvPr/>
          </p:nvSpPr>
          <p:spPr>
            <a:xfrm>
              <a:off x="9747036" y="2493356"/>
              <a:ext cx="774306" cy="224927"/>
            </a:xfrm>
            <a:prstGeom prst="rect">
              <a:avLst/>
            </a:prstGeom>
            <a:noFill/>
            <a:ln>
              <a:noFill/>
            </a:ln>
          </p:spPr>
          <p:txBody>
            <a:bodyPr spcFirstLastPara="1" wrap="square" lIns="64700" tIns="32350" rIns="64700" bIns="32350" anchor="t" anchorCtr="0">
              <a:spAutoFit/>
            </a:bodyPr>
            <a:lstStyle/>
            <a:p>
              <a:pPr marL="0" marR="0" lvl="0" indent="0" algn="ctr" rtl="0">
                <a:spcBef>
                  <a:spcPts val="0"/>
                </a:spcBef>
                <a:spcAft>
                  <a:spcPts val="0"/>
                </a:spcAft>
                <a:buNone/>
              </a:pPr>
              <a:r>
                <a:rPr lang="en-US" sz="1037" dirty="0"/>
                <a:t>Today</a:t>
              </a:r>
              <a:endParaRPr sz="1037" dirty="0"/>
            </a:p>
          </p:txBody>
        </p:sp>
        <p:cxnSp>
          <p:nvCxnSpPr>
            <p:cNvPr id="470" name="Straight Connector 469">
              <a:extLst>
                <a:ext uri="{FF2B5EF4-FFF2-40B4-BE49-F238E27FC236}">
                  <a16:creationId xmlns:a16="http://schemas.microsoft.com/office/drawing/2014/main" id="{3F111ADB-628B-3D47-109C-38F1BBDE138E}"/>
                </a:ext>
              </a:extLst>
            </p:cNvPr>
            <p:cNvCxnSpPr>
              <a:cxnSpLocks/>
            </p:cNvCxnSpPr>
            <p:nvPr/>
          </p:nvCxnSpPr>
          <p:spPr>
            <a:xfrm>
              <a:off x="10149996" y="2779761"/>
              <a:ext cx="0" cy="631500"/>
            </a:xfrm>
            <a:prstGeom prst="line">
              <a:avLst/>
            </a:prstGeom>
            <a:ln w="38100"/>
          </p:spPr>
          <p:style>
            <a:lnRef idx="1">
              <a:schemeClr val="dk1"/>
            </a:lnRef>
            <a:fillRef idx="0">
              <a:schemeClr val="dk1"/>
            </a:fillRef>
            <a:effectRef idx="0">
              <a:schemeClr val="dk1"/>
            </a:effectRef>
            <a:fontRef idx="minor">
              <a:schemeClr val="tx1"/>
            </a:fontRef>
          </p:style>
        </p:cxnSp>
        <p:sp>
          <p:nvSpPr>
            <p:cNvPr id="471" name="Google Shape;220;p27">
              <a:extLst>
                <a:ext uri="{FF2B5EF4-FFF2-40B4-BE49-F238E27FC236}">
                  <a16:creationId xmlns:a16="http://schemas.microsoft.com/office/drawing/2014/main" id="{67C631C6-C6B6-A94D-2BE6-AE02D71E0BB7}"/>
                </a:ext>
              </a:extLst>
            </p:cNvPr>
            <p:cNvSpPr/>
            <p:nvPr/>
          </p:nvSpPr>
          <p:spPr>
            <a:xfrm>
              <a:off x="2751028" y="2770688"/>
              <a:ext cx="631500" cy="631500"/>
            </a:xfrm>
            <a:prstGeom prst="ellipse">
              <a:avLst/>
            </a:prstGeom>
            <a:solidFill>
              <a:schemeClr val="dk1"/>
            </a:solidFill>
            <a:ln w="15425" cap="flat" cmpd="sng">
              <a:solidFill>
                <a:srgbClr val="082836"/>
              </a:solidFill>
              <a:prstDash val="solid"/>
              <a:miter lim="800000"/>
              <a:headEnd type="none" w="sm" len="sm"/>
              <a:tailEnd type="none" w="sm" len="sm"/>
            </a:ln>
          </p:spPr>
          <p:txBody>
            <a:bodyPr spcFirstLastPara="1" wrap="square" lIns="55550" tIns="27775" rIns="55550" bIns="27775" anchor="ctr" anchorCtr="0">
              <a:noAutofit/>
            </a:bodyPr>
            <a:lstStyle/>
            <a:p>
              <a:pPr algn="ctr"/>
              <a:r>
                <a:rPr lang="en" sz="600" dirty="0">
                  <a:solidFill>
                    <a:schemeClr val="lt1"/>
                  </a:solidFill>
                </a:rPr>
                <a:t>updated</a:t>
              </a:r>
            </a:p>
            <a:p>
              <a:pPr marL="0" marR="0" lvl="0" indent="0" algn="ctr" rtl="0">
                <a:spcBef>
                  <a:spcPts val="0"/>
                </a:spcBef>
                <a:spcAft>
                  <a:spcPts val="0"/>
                </a:spcAft>
                <a:buNone/>
              </a:pPr>
              <a:r>
                <a:rPr lang="en" sz="1100" dirty="0">
                  <a:solidFill>
                    <a:schemeClr val="lt1"/>
                  </a:solidFill>
                  <a:latin typeface="Arial"/>
                  <a:ea typeface="Arial"/>
                  <a:cs typeface="Arial"/>
                  <a:sym typeface="Arial"/>
                </a:rPr>
                <a:t>L1</a:t>
              </a:r>
              <a:endParaRPr sz="1100" dirty="0">
                <a:solidFill>
                  <a:schemeClr val="lt1"/>
                </a:solidFill>
              </a:endParaRPr>
            </a:p>
          </p:txBody>
        </p:sp>
        <p:sp>
          <p:nvSpPr>
            <p:cNvPr id="472" name="Google Shape;218;p27">
              <a:extLst>
                <a:ext uri="{FF2B5EF4-FFF2-40B4-BE49-F238E27FC236}">
                  <a16:creationId xmlns:a16="http://schemas.microsoft.com/office/drawing/2014/main" id="{5A2F85F0-8797-4A9E-3083-CF126B5A1DD5}"/>
                </a:ext>
              </a:extLst>
            </p:cNvPr>
            <p:cNvSpPr txBox="1"/>
            <p:nvPr/>
          </p:nvSpPr>
          <p:spPr>
            <a:xfrm>
              <a:off x="3708053" y="2479179"/>
              <a:ext cx="1316750" cy="224927"/>
            </a:xfrm>
            <a:prstGeom prst="rect">
              <a:avLst/>
            </a:prstGeom>
            <a:noFill/>
            <a:ln>
              <a:noFill/>
            </a:ln>
          </p:spPr>
          <p:txBody>
            <a:bodyPr spcFirstLastPara="1" wrap="square" lIns="64700" tIns="32350" rIns="64700" bIns="32350" anchor="t" anchorCtr="0">
              <a:spAutoFit/>
            </a:bodyPr>
            <a:lstStyle/>
            <a:p>
              <a:pPr marL="0" marR="0" lvl="0" indent="0" algn="ctr" rtl="0">
                <a:spcBef>
                  <a:spcPts val="0"/>
                </a:spcBef>
                <a:spcAft>
                  <a:spcPts val="0"/>
                </a:spcAft>
                <a:buNone/>
              </a:pPr>
              <a:r>
                <a:rPr lang="en-US" sz="1037" dirty="0"/>
                <a:t>Center observation</a:t>
              </a:r>
              <a:endParaRPr sz="1037" dirty="0"/>
            </a:p>
          </p:txBody>
        </p:sp>
        <p:cxnSp>
          <p:nvCxnSpPr>
            <p:cNvPr id="473" name="Straight Connector 472">
              <a:extLst>
                <a:ext uri="{FF2B5EF4-FFF2-40B4-BE49-F238E27FC236}">
                  <a16:creationId xmlns:a16="http://schemas.microsoft.com/office/drawing/2014/main" id="{1F3D0C06-0E14-F310-C92D-C5B8E2CFF130}"/>
                </a:ext>
              </a:extLst>
            </p:cNvPr>
            <p:cNvCxnSpPr>
              <a:cxnSpLocks/>
            </p:cNvCxnSpPr>
            <p:nvPr/>
          </p:nvCxnSpPr>
          <p:spPr>
            <a:xfrm>
              <a:off x="4366428" y="2697852"/>
              <a:ext cx="0" cy="253689"/>
            </a:xfrm>
            <a:prstGeom prst="line">
              <a:avLst/>
            </a:prstGeom>
            <a:ln w="38100"/>
          </p:spPr>
          <p:style>
            <a:lnRef idx="1">
              <a:schemeClr val="dk1"/>
            </a:lnRef>
            <a:fillRef idx="0">
              <a:schemeClr val="dk1"/>
            </a:fillRef>
            <a:effectRef idx="0">
              <a:schemeClr val="dk1"/>
            </a:effectRef>
            <a:fontRef idx="minor">
              <a:schemeClr val="tx1"/>
            </a:fontRef>
          </p:style>
        </p:cxnSp>
        <p:sp>
          <p:nvSpPr>
            <p:cNvPr id="474" name="Google Shape;215;p27">
              <a:extLst>
                <a:ext uri="{FF2B5EF4-FFF2-40B4-BE49-F238E27FC236}">
                  <a16:creationId xmlns:a16="http://schemas.microsoft.com/office/drawing/2014/main" id="{A6718D44-6817-E7C0-3C15-47F8233BCE7B}"/>
                </a:ext>
              </a:extLst>
            </p:cNvPr>
            <p:cNvSpPr/>
            <p:nvPr/>
          </p:nvSpPr>
          <p:spPr>
            <a:xfrm>
              <a:off x="9458309" y="2765584"/>
              <a:ext cx="631500" cy="631500"/>
            </a:xfrm>
            <a:prstGeom prst="ellipse">
              <a:avLst/>
            </a:prstGeom>
            <a:noFill/>
            <a:ln w="15425" cap="flat" cmpd="sng">
              <a:solidFill>
                <a:srgbClr val="082836"/>
              </a:solidFill>
              <a:prstDash val="dash"/>
              <a:miter lim="800000"/>
              <a:headEnd type="none" w="sm" len="sm"/>
              <a:tailEnd type="none" w="sm" len="sm"/>
            </a:ln>
          </p:spPr>
          <p:txBody>
            <a:bodyPr spcFirstLastPara="1" wrap="square" lIns="55550" tIns="27775" rIns="55550" bIns="27775" anchor="ctr" anchorCtr="0">
              <a:noAutofit/>
            </a:bodyPr>
            <a:lstStyle/>
            <a:p>
              <a:pPr marL="0" marR="0" lvl="0" indent="0" algn="ctr" rtl="0">
                <a:spcBef>
                  <a:spcPts val="0"/>
                </a:spcBef>
                <a:spcAft>
                  <a:spcPts val="0"/>
                </a:spcAft>
                <a:buNone/>
              </a:pPr>
              <a:r>
                <a:rPr lang="en" sz="1701" dirty="0">
                  <a:solidFill>
                    <a:schemeClr val="dk1"/>
                  </a:solidFill>
                  <a:latin typeface="Arial"/>
                  <a:ea typeface="Arial"/>
                  <a:cs typeface="Arial"/>
                  <a:sym typeface="Arial"/>
                </a:rPr>
                <a:t>L0</a:t>
              </a:r>
              <a:endParaRPr sz="891" dirty="0"/>
            </a:p>
          </p:txBody>
        </p:sp>
        <p:sp>
          <p:nvSpPr>
            <p:cNvPr id="669" name="Google Shape;211;p27">
              <a:extLst>
                <a:ext uri="{FF2B5EF4-FFF2-40B4-BE49-F238E27FC236}">
                  <a16:creationId xmlns:a16="http://schemas.microsoft.com/office/drawing/2014/main" id="{FDBE51BB-0A75-F029-1CF5-99311D68A658}"/>
                </a:ext>
              </a:extLst>
            </p:cNvPr>
            <p:cNvSpPr/>
            <p:nvPr/>
          </p:nvSpPr>
          <p:spPr>
            <a:xfrm>
              <a:off x="-452354" y="2775070"/>
              <a:ext cx="631500" cy="631500"/>
            </a:xfrm>
            <a:prstGeom prst="ellipse">
              <a:avLst/>
            </a:prstGeom>
            <a:solidFill>
              <a:schemeClr val="accent1"/>
            </a:solidFill>
            <a:ln w="15425" cap="flat" cmpd="sng">
              <a:solidFill>
                <a:srgbClr val="082836"/>
              </a:solidFill>
              <a:prstDash val="solid"/>
              <a:miter lim="800000"/>
              <a:headEnd type="none" w="sm" len="sm"/>
              <a:tailEnd type="none" w="sm" len="sm"/>
            </a:ln>
          </p:spPr>
          <p:txBody>
            <a:bodyPr spcFirstLastPara="1" wrap="square" lIns="55550" tIns="27775" rIns="55550" bIns="27775" anchor="ctr" anchorCtr="0">
              <a:noAutofit/>
            </a:bodyPr>
            <a:lstStyle/>
            <a:p>
              <a:pPr marL="0" marR="0" lvl="0" indent="0" algn="ctr" rtl="0">
                <a:spcBef>
                  <a:spcPts val="0"/>
                </a:spcBef>
                <a:spcAft>
                  <a:spcPts val="0"/>
                </a:spcAft>
                <a:buNone/>
              </a:pPr>
              <a:r>
                <a:rPr lang="en" sz="1134" dirty="0">
                  <a:solidFill>
                    <a:schemeClr val="lt1"/>
                  </a:solidFill>
                </a:rPr>
                <a:t>L2</a:t>
              </a:r>
              <a:endParaRPr sz="1134" dirty="0">
                <a:solidFill>
                  <a:schemeClr val="lt1"/>
                </a:solidFill>
                <a:latin typeface="Arial"/>
                <a:ea typeface="Arial"/>
                <a:cs typeface="Arial"/>
                <a:sym typeface="Arial"/>
              </a:endParaRPr>
            </a:p>
          </p:txBody>
        </p:sp>
        <p:sp>
          <p:nvSpPr>
            <p:cNvPr id="20" name="Google Shape;218;p27">
              <a:extLst>
                <a:ext uri="{FF2B5EF4-FFF2-40B4-BE49-F238E27FC236}">
                  <a16:creationId xmlns:a16="http://schemas.microsoft.com/office/drawing/2014/main" id="{AC798246-86AC-96A6-E6BA-82520EE84F22}"/>
                </a:ext>
              </a:extLst>
            </p:cNvPr>
            <p:cNvSpPr txBox="1"/>
            <p:nvPr/>
          </p:nvSpPr>
          <p:spPr>
            <a:xfrm>
              <a:off x="9181367" y="3416112"/>
              <a:ext cx="1293000" cy="268464"/>
            </a:xfrm>
            <a:prstGeom prst="rect">
              <a:avLst/>
            </a:prstGeom>
            <a:noFill/>
            <a:ln>
              <a:noFill/>
            </a:ln>
          </p:spPr>
          <p:txBody>
            <a:bodyPr spcFirstLastPara="1" wrap="square" lIns="64700" tIns="32350" rIns="64700" bIns="32350" anchor="t" anchorCtr="0">
              <a:spAutoFit/>
            </a:bodyPr>
            <a:lstStyle/>
            <a:p>
              <a:pPr marL="0" marR="0" lvl="0" indent="0" algn="ctr" rtl="0">
                <a:spcBef>
                  <a:spcPts val="0"/>
                </a:spcBef>
                <a:spcAft>
                  <a:spcPts val="0"/>
                </a:spcAft>
                <a:buNone/>
              </a:pPr>
              <a:r>
                <a:rPr lang="en" sz="1320" dirty="0">
                  <a:solidFill>
                    <a:schemeClr val="dk1"/>
                  </a:solidFill>
                  <a:latin typeface="Arial"/>
                  <a:ea typeface="Arial"/>
                  <a:cs typeface="Arial"/>
                  <a:sym typeface="Arial"/>
                </a:rPr>
                <a:t>Exp. decay</a:t>
              </a:r>
              <a:endParaRPr sz="1037" dirty="0"/>
            </a:p>
          </p:txBody>
        </p:sp>
      </p:grpSp>
      <p:grpSp>
        <p:nvGrpSpPr>
          <p:cNvPr id="562" name="Group 561">
            <a:extLst>
              <a:ext uri="{FF2B5EF4-FFF2-40B4-BE49-F238E27FC236}">
                <a16:creationId xmlns:a16="http://schemas.microsoft.com/office/drawing/2014/main" id="{80CBEF2D-3141-DB77-B3BC-8D5B29B7D8C2}"/>
              </a:ext>
            </a:extLst>
          </p:cNvPr>
          <p:cNvGrpSpPr/>
          <p:nvPr/>
        </p:nvGrpSpPr>
        <p:grpSpPr>
          <a:xfrm>
            <a:off x="977556" y="39692"/>
            <a:ext cx="3659719" cy="544043"/>
            <a:chOff x="977556" y="39692"/>
            <a:chExt cx="3659719" cy="544043"/>
          </a:xfrm>
        </p:grpSpPr>
        <p:grpSp>
          <p:nvGrpSpPr>
            <p:cNvPr id="192" name="Group 191">
              <a:extLst>
                <a:ext uri="{FF2B5EF4-FFF2-40B4-BE49-F238E27FC236}">
                  <a16:creationId xmlns:a16="http://schemas.microsoft.com/office/drawing/2014/main" id="{0B13C616-0FFC-A8EC-F65C-FB8EC15D8ABC}"/>
                </a:ext>
              </a:extLst>
            </p:cNvPr>
            <p:cNvGrpSpPr/>
            <p:nvPr/>
          </p:nvGrpSpPr>
          <p:grpSpPr>
            <a:xfrm>
              <a:off x="977556" y="39692"/>
              <a:ext cx="2229778" cy="544043"/>
              <a:chOff x="989922" y="2172418"/>
              <a:chExt cx="2229778" cy="544043"/>
            </a:xfrm>
          </p:grpSpPr>
          <p:cxnSp>
            <p:nvCxnSpPr>
              <p:cNvPr id="193" name="Straight Connector 192">
                <a:extLst>
                  <a:ext uri="{FF2B5EF4-FFF2-40B4-BE49-F238E27FC236}">
                    <a16:creationId xmlns:a16="http://schemas.microsoft.com/office/drawing/2014/main" id="{95F74285-7400-EB61-8723-38DC111EC281}"/>
                  </a:ext>
                </a:extLst>
              </p:cNvPr>
              <p:cNvCxnSpPr>
                <a:cxnSpLocks/>
              </p:cNvCxnSpPr>
              <p:nvPr/>
            </p:nvCxnSpPr>
            <p:spPr>
              <a:xfrm>
                <a:off x="989922" y="2172418"/>
                <a:ext cx="0" cy="544043"/>
              </a:xfrm>
              <a:prstGeom prst="line">
                <a:avLst/>
              </a:prstGeom>
              <a:ln w="38100">
                <a:headEnd type="none" w="med" len="med"/>
                <a:tailEnd type="triangle" w="med" len="med"/>
              </a:ln>
            </p:spPr>
            <p:style>
              <a:lnRef idx="1">
                <a:schemeClr val="dk1"/>
              </a:lnRef>
              <a:fillRef idx="0">
                <a:schemeClr val="dk1"/>
              </a:fillRef>
              <a:effectRef idx="0">
                <a:schemeClr val="dk1"/>
              </a:effectRef>
              <a:fontRef idx="minor">
                <a:schemeClr val="tx1"/>
              </a:fontRef>
            </p:style>
          </p:cxnSp>
          <p:grpSp>
            <p:nvGrpSpPr>
              <p:cNvPr id="194" name="Group 193">
                <a:extLst>
                  <a:ext uri="{FF2B5EF4-FFF2-40B4-BE49-F238E27FC236}">
                    <a16:creationId xmlns:a16="http://schemas.microsoft.com/office/drawing/2014/main" id="{2B8D2022-E787-29EB-4566-DE4DE20A604A}"/>
                  </a:ext>
                </a:extLst>
              </p:cNvPr>
              <p:cNvGrpSpPr/>
              <p:nvPr/>
            </p:nvGrpSpPr>
            <p:grpSpPr>
              <a:xfrm>
                <a:off x="989922" y="2280982"/>
                <a:ext cx="2229778" cy="268464"/>
                <a:chOff x="989922" y="2322547"/>
                <a:chExt cx="2229778" cy="268464"/>
              </a:xfrm>
            </p:grpSpPr>
            <p:sp>
              <p:nvSpPr>
                <p:cNvPr id="195" name="Google Shape;216;p27">
                  <a:extLst>
                    <a:ext uri="{FF2B5EF4-FFF2-40B4-BE49-F238E27FC236}">
                      <a16:creationId xmlns:a16="http://schemas.microsoft.com/office/drawing/2014/main" id="{38BF1D85-B71D-2997-6687-B5B6C2D2A546}"/>
                    </a:ext>
                  </a:extLst>
                </p:cNvPr>
                <p:cNvSpPr txBox="1"/>
                <p:nvPr/>
              </p:nvSpPr>
              <p:spPr>
                <a:xfrm>
                  <a:off x="989922" y="2322547"/>
                  <a:ext cx="1923900" cy="268464"/>
                </a:xfrm>
                <a:prstGeom prst="rect">
                  <a:avLst/>
                </a:prstGeom>
                <a:noFill/>
                <a:ln>
                  <a:noFill/>
                </a:ln>
              </p:spPr>
              <p:txBody>
                <a:bodyPr spcFirstLastPara="1" wrap="square" lIns="64700" tIns="32350" rIns="64700" bIns="32350" anchor="t" anchorCtr="0">
                  <a:spAutoFit/>
                </a:bodyPr>
                <a:lstStyle/>
                <a:p>
                  <a:pPr marL="0" marR="0" lvl="0" indent="0" algn="l" rtl="0">
                    <a:spcBef>
                      <a:spcPts val="0"/>
                    </a:spcBef>
                    <a:spcAft>
                      <a:spcPts val="0"/>
                    </a:spcAft>
                    <a:buNone/>
                  </a:pPr>
                  <a:r>
                    <a:rPr lang="en" sz="1320" dirty="0">
                      <a:solidFill>
                        <a:schemeClr val="dk1"/>
                      </a:solidFill>
                      <a:latin typeface="Arial"/>
                      <a:ea typeface="Arial"/>
                      <a:cs typeface="Arial"/>
                      <a:sym typeface="Arial"/>
                    </a:rPr>
                    <a:t>Outlier detection</a:t>
                  </a:r>
                  <a:endParaRPr sz="1037" dirty="0"/>
                </a:p>
              </p:txBody>
            </p:sp>
            <p:sp>
              <p:nvSpPr>
                <p:cNvPr id="196" name="Google Shape;219;p27">
                  <a:extLst>
                    <a:ext uri="{FF2B5EF4-FFF2-40B4-BE49-F238E27FC236}">
                      <a16:creationId xmlns:a16="http://schemas.microsoft.com/office/drawing/2014/main" id="{506CF289-B224-BC26-4C12-8E9C6715C80E}"/>
                    </a:ext>
                  </a:extLst>
                </p:cNvPr>
                <p:cNvSpPr/>
                <p:nvPr/>
              </p:nvSpPr>
              <p:spPr>
                <a:xfrm>
                  <a:off x="2536148" y="2348997"/>
                  <a:ext cx="211019" cy="211019"/>
                </a:xfrm>
                <a:prstGeom prst="ellipse">
                  <a:avLst/>
                </a:prstGeom>
                <a:solidFill>
                  <a:srgbClr val="92D050"/>
                </a:solidFill>
                <a:ln w="17975" cap="flat" cmpd="sng">
                  <a:solidFill>
                    <a:srgbClr val="082836"/>
                  </a:solidFill>
                  <a:prstDash val="solid"/>
                  <a:miter lim="800000"/>
                  <a:headEnd type="none" w="sm" len="sm"/>
                  <a:tailEnd type="none" w="sm" len="sm"/>
                </a:ln>
              </p:spPr>
              <p:txBody>
                <a:bodyPr spcFirstLastPara="1" wrap="square" lIns="64700" tIns="32350" rIns="64700" bIns="32350" anchor="ctr" anchorCtr="0">
                  <a:noAutofit/>
                </a:bodyPr>
                <a:lstStyle/>
                <a:p>
                  <a:pPr marL="0" marR="0" lvl="0" indent="0" algn="ctr" rtl="0">
                    <a:spcBef>
                      <a:spcPts val="0"/>
                    </a:spcBef>
                    <a:spcAft>
                      <a:spcPts val="0"/>
                    </a:spcAft>
                    <a:buNone/>
                  </a:pPr>
                  <a:endParaRPr sz="1320" dirty="0">
                    <a:solidFill>
                      <a:schemeClr val="lt1"/>
                    </a:solidFill>
                    <a:latin typeface="Arial"/>
                    <a:ea typeface="Arial"/>
                    <a:cs typeface="Arial"/>
                    <a:sym typeface="Arial"/>
                  </a:endParaRPr>
                </a:p>
              </p:txBody>
            </p:sp>
            <p:sp>
              <p:nvSpPr>
                <p:cNvPr id="197" name="Google Shape;219;p27">
                  <a:extLst>
                    <a:ext uri="{FF2B5EF4-FFF2-40B4-BE49-F238E27FC236}">
                      <a16:creationId xmlns:a16="http://schemas.microsoft.com/office/drawing/2014/main" id="{E28CE8F1-17B3-FCA0-0889-0A71A0C7D1E1}"/>
                    </a:ext>
                  </a:extLst>
                </p:cNvPr>
                <p:cNvSpPr/>
                <p:nvPr/>
              </p:nvSpPr>
              <p:spPr>
                <a:xfrm>
                  <a:off x="3008681" y="2348021"/>
                  <a:ext cx="211019" cy="211019"/>
                </a:xfrm>
                <a:prstGeom prst="ellipse">
                  <a:avLst/>
                </a:prstGeom>
                <a:noFill/>
                <a:ln w="17975" cap="flat" cmpd="sng">
                  <a:solidFill>
                    <a:schemeClr val="tx1"/>
                  </a:solidFill>
                  <a:prstDash val="sysDot"/>
                  <a:miter lim="800000"/>
                  <a:headEnd type="none" w="sm" len="sm"/>
                  <a:tailEnd type="none" w="sm" len="sm"/>
                </a:ln>
              </p:spPr>
              <p:txBody>
                <a:bodyPr spcFirstLastPara="1" wrap="square" lIns="64700" tIns="32350" rIns="64700" bIns="32350" anchor="ctr" anchorCtr="0">
                  <a:noAutofit/>
                </a:bodyPr>
                <a:lstStyle/>
                <a:p>
                  <a:pPr marL="0" marR="0" lvl="0" indent="0" algn="ctr" rtl="0">
                    <a:spcBef>
                      <a:spcPts val="0"/>
                    </a:spcBef>
                    <a:spcAft>
                      <a:spcPts val="0"/>
                    </a:spcAft>
                    <a:buNone/>
                  </a:pPr>
                  <a:endParaRPr sz="1320" dirty="0">
                    <a:solidFill>
                      <a:schemeClr val="lt1"/>
                    </a:solidFill>
                    <a:latin typeface="Arial"/>
                    <a:ea typeface="Arial"/>
                    <a:cs typeface="Arial"/>
                    <a:sym typeface="Arial"/>
                  </a:endParaRPr>
                </a:p>
              </p:txBody>
            </p:sp>
            <p:cxnSp>
              <p:nvCxnSpPr>
                <p:cNvPr id="198" name="Straight Connector 197">
                  <a:extLst>
                    <a:ext uri="{FF2B5EF4-FFF2-40B4-BE49-F238E27FC236}">
                      <a16:creationId xmlns:a16="http://schemas.microsoft.com/office/drawing/2014/main" id="{2913AB89-69C0-BA22-E245-45F7FC9AFC12}"/>
                    </a:ext>
                  </a:extLst>
                </p:cNvPr>
                <p:cNvCxnSpPr>
                  <a:cxnSpLocks/>
                </p:cNvCxnSpPr>
                <p:nvPr/>
              </p:nvCxnSpPr>
              <p:spPr>
                <a:xfrm>
                  <a:off x="2773067" y="2453530"/>
                  <a:ext cx="220965" cy="0"/>
                </a:xfrm>
                <a:prstGeom prst="line">
                  <a:avLst/>
                </a:prstGeom>
                <a:ln w="38100">
                  <a:headEnd type="none" w="med" len="med"/>
                  <a:tailEnd type="triangle" w="med" len="med"/>
                </a:ln>
              </p:spPr>
              <p:style>
                <a:lnRef idx="1">
                  <a:schemeClr val="dk1"/>
                </a:lnRef>
                <a:fillRef idx="0">
                  <a:schemeClr val="dk1"/>
                </a:fillRef>
                <a:effectRef idx="0">
                  <a:schemeClr val="dk1"/>
                </a:effectRef>
                <a:fontRef idx="minor">
                  <a:schemeClr val="tx1"/>
                </a:fontRef>
              </p:style>
            </p:cxnSp>
          </p:grpSp>
        </p:grpSp>
        <p:grpSp>
          <p:nvGrpSpPr>
            <p:cNvPr id="532" name="Group 531">
              <a:extLst>
                <a:ext uri="{FF2B5EF4-FFF2-40B4-BE49-F238E27FC236}">
                  <a16:creationId xmlns:a16="http://schemas.microsoft.com/office/drawing/2014/main" id="{5A7FCADD-9DE7-FAA7-754E-817B1BB26AED}"/>
                </a:ext>
              </a:extLst>
            </p:cNvPr>
            <p:cNvGrpSpPr/>
            <p:nvPr/>
          </p:nvGrpSpPr>
          <p:grpSpPr>
            <a:xfrm>
              <a:off x="3454781" y="188322"/>
              <a:ext cx="1182494" cy="182203"/>
              <a:chOff x="-3856755" y="-1808920"/>
              <a:chExt cx="1358881" cy="234148"/>
            </a:xfrm>
          </p:grpSpPr>
          <p:sp>
            <p:nvSpPr>
              <p:cNvPr id="526" name="Google Shape;204;p27">
                <a:extLst>
                  <a:ext uri="{FF2B5EF4-FFF2-40B4-BE49-F238E27FC236}">
                    <a16:creationId xmlns:a16="http://schemas.microsoft.com/office/drawing/2014/main" id="{7BD21134-31FC-1B1F-EA3F-0FA6C3FCF128}"/>
                  </a:ext>
                </a:extLst>
              </p:cNvPr>
              <p:cNvSpPr/>
              <p:nvPr/>
            </p:nvSpPr>
            <p:spPr>
              <a:xfrm>
                <a:off x="-3856755" y="-1808920"/>
                <a:ext cx="427572" cy="234148"/>
              </a:xfrm>
              <a:prstGeom prst="rect">
                <a:avLst/>
              </a:prstGeom>
              <a:solidFill>
                <a:srgbClr val="BEF2C7">
                  <a:alpha val="31760"/>
                </a:srgbClr>
              </a:solidFill>
              <a:ln w="17975" cap="flat" cmpd="sng">
                <a:solidFill>
                  <a:srgbClr val="082836"/>
                </a:solidFill>
                <a:prstDash val="solid"/>
                <a:miter lim="800000"/>
                <a:headEnd type="none" w="sm" len="sm"/>
                <a:tailEnd type="none" w="sm" len="sm"/>
              </a:ln>
            </p:spPr>
            <p:txBody>
              <a:bodyPr spcFirstLastPara="1" wrap="square" lIns="64700" tIns="32350" rIns="64700" bIns="32350" anchor="t" anchorCtr="0">
                <a:noAutofit/>
              </a:bodyPr>
              <a:lstStyle/>
              <a:p>
                <a:pPr marL="0" marR="0" lvl="0" indent="0" algn="l" rtl="0">
                  <a:spcBef>
                    <a:spcPts val="0"/>
                  </a:spcBef>
                  <a:spcAft>
                    <a:spcPts val="0"/>
                  </a:spcAft>
                  <a:buNone/>
                </a:pPr>
                <a:endParaRPr sz="1037" dirty="0"/>
              </a:p>
            </p:txBody>
          </p:sp>
          <p:sp>
            <p:nvSpPr>
              <p:cNvPr id="527" name="Google Shape;204;p27">
                <a:extLst>
                  <a:ext uri="{FF2B5EF4-FFF2-40B4-BE49-F238E27FC236}">
                    <a16:creationId xmlns:a16="http://schemas.microsoft.com/office/drawing/2014/main" id="{AE1C8150-4EC1-C64A-314F-4EF279CBC78E}"/>
                  </a:ext>
                </a:extLst>
              </p:cNvPr>
              <p:cNvSpPr/>
              <p:nvPr/>
            </p:nvSpPr>
            <p:spPr>
              <a:xfrm>
                <a:off x="-3072341" y="-1808920"/>
                <a:ext cx="574467" cy="234148"/>
              </a:xfrm>
              <a:prstGeom prst="rect">
                <a:avLst/>
              </a:prstGeom>
              <a:solidFill>
                <a:srgbClr val="BEF2C7">
                  <a:alpha val="31760"/>
                </a:srgbClr>
              </a:solidFill>
              <a:ln w="17975" cap="flat" cmpd="sng">
                <a:solidFill>
                  <a:srgbClr val="082836"/>
                </a:solidFill>
                <a:prstDash val="solid"/>
                <a:miter lim="800000"/>
                <a:headEnd type="none" w="sm" len="sm"/>
                <a:tailEnd type="none" w="sm" len="sm"/>
              </a:ln>
            </p:spPr>
            <p:txBody>
              <a:bodyPr spcFirstLastPara="1" wrap="square" lIns="64700" tIns="32350" rIns="64700" bIns="32350" anchor="t" anchorCtr="0">
                <a:noAutofit/>
              </a:bodyPr>
              <a:lstStyle/>
              <a:p>
                <a:pPr marL="0" marR="0" lvl="0" indent="0" algn="l" rtl="0">
                  <a:spcBef>
                    <a:spcPts val="0"/>
                  </a:spcBef>
                  <a:spcAft>
                    <a:spcPts val="0"/>
                  </a:spcAft>
                  <a:buNone/>
                </a:pPr>
                <a:endParaRPr sz="1037" dirty="0"/>
              </a:p>
            </p:txBody>
          </p:sp>
          <p:cxnSp>
            <p:nvCxnSpPr>
              <p:cNvPr id="528" name="Straight Connector 527">
                <a:extLst>
                  <a:ext uri="{FF2B5EF4-FFF2-40B4-BE49-F238E27FC236}">
                    <a16:creationId xmlns:a16="http://schemas.microsoft.com/office/drawing/2014/main" id="{68F5919B-F03F-E4BA-75CE-8206CF6FEE84}"/>
                  </a:ext>
                </a:extLst>
              </p:cNvPr>
              <p:cNvCxnSpPr>
                <a:cxnSpLocks/>
              </p:cNvCxnSpPr>
              <p:nvPr/>
            </p:nvCxnSpPr>
            <p:spPr>
              <a:xfrm>
                <a:off x="-3339229" y="-1682935"/>
                <a:ext cx="220965" cy="0"/>
              </a:xfrm>
              <a:prstGeom prst="line">
                <a:avLst/>
              </a:prstGeom>
              <a:ln w="38100">
                <a:headEnd type="none" w="med" len="med"/>
                <a:tailEnd type="triangle" w="med" len="med"/>
              </a:ln>
            </p:spPr>
            <p:style>
              <a:lnRef idx="1">
                <a:schemeClr val="dk1"/>
              </a:lnRef>
              <a:fillRef idx="0">
                <a:schemeClr val="dk1"/>
              </a:fillRef>
              <a:effectRef idx="0">
                <a:schemeClr val="dk1"/>
              </a:effectRef>
              <a:fontRef idx="minor">
                <a:schemeClr val="tx1"/>
              </a:fontRef>
            </p:style>
          </p:cxnSp>
          <p:sp>
            <p:nvSpPr>
              <p:cNvPr id="533" name="Google Shape;204;p27">
                <a:extLst>
                  <a:ext uri="{FF2B5EF4-FFF2-40B4-BE49-F238E27FC236}">
                    <a16:creationId xmlns:a16="http://schemas.microsoft.com/office/drawing/2014/main" id="{A46917BD-979D-338A-90B7-32BEE239A8AE}"/>
                  </a:ext>
                </a:extLst>
              </p:cNvPr>
              <p:cNvSpPr/>
              <p:nvPr/>
            </p:nvSpPr>
            <p:spPr>
              <a:xfrm>
                <a:off x="-2930035" y="-1808920"/>
                <a:ext cx="427572" cy="234148"/>
              </a:xfrm>
              <a:prstGeom prst="rect">
                <a:avLst/>
              </a:prstGeom>
              <a:noFill/>
              <a:ln w="17975" cap="flat" cmpd="sng">
                <a:solidFill>
                  <a:srgbClr val="082836"/>
                </a:solidFill>
                <a:prstDash val="sysDot"/>
                <a:miter lim="800000"/>
                <a:headEnd type="none" w="sm" len="sm"/>
                <a:tailEnd type="none" w="sm" len="sm"/>
              </a:ln>
            </p:spPr>
            <p:txBody>
              <a:bodyPr spcFirstLastPara="1" wrap="square" lIns="64700" tIns="32350" rIns="64700" bIns="32350" anchor="t" anchorCtr="0">
                <a:noAutofit/>
              </a:bodyPr>
              <a:lstStyle/>
              <a:p>
                <a:pPr marL="0" marR="0" lvl="0" indent="0" algn="l" rtl="0">
                  <a:spcBef>
                    <a:spcPts val="0"/>
                  </a:spcBef>
                  <a:spcAft>
                    <a:spcPts val="0"/>
                  </a:spcAft>
                  <a:buNone/>
                </a:pPr>
                <a:endParaRPr sz="1037" dirty="0"/>
              </a:p>
            </p:txBody>
          </p:sp>
        </p:grpSp>
      </p:grpSp>
      <p:grpSp>
        <p:nvGrpSpPr>
          <p:cNvPr id="544" name="Group 543">
            <a:extLst>
              <a:ext uri="{FF2B5EF4-FFF2-40B4-BE49-F238E27FC236}">
                <a16:creationId xmlns:a16="http://schemas.microsoft.com/office/drawing/2014/main" id="{58871FCF-0272-32A8-1A76-EA967B38113E}"/>
              </a:ext>
            </a:extLst>
          </p:cNvPr>
          <p:cNvGrpSpPr/>
          <p:nvPr/>
        </p:nvGrpSpPr>
        <p:grpSpPr>
          <a:xfrm>
            <a:off x="5757395" y="5321914"/>
            <a:ext cx="4604934" cy="389076"/>
            <a:chOff x="5757395" y="5321914"/>
            <a:chExt cx="4604934" cy="389076"/>
          </a:xfrm>
        </p:grpSpPr>
        <p:grpSp>
          <p:nvGrpSpPr>
            <p:cNvPr id="515" name="Group 514">
              <a:extLst>
                <a:ext uri="{FF2B5EF4-FFF2-40B4-BE49-F238E27FC236}">
                  <a16:creationId xmlns:a16="http://schemas.microsoft.com/office/drawing/2014/main" id="{C5BA8346-8AB9-13DF-0C01-66347012AF32}"/>
                </a:ext>
              </a:extLst>
            </p:cNvPr>
            <p:cNvGrpSpPr/>
            <p:nvPr/>
          </p:nvGrpSpPr>
          <p:grpSpPr>
            <a:xfrm>
              <a:off x="5757395" y="5321914"/>
              <a:ext cx="3313785" cy="389076"/>
              <a:chOff x="5757395" y="10359135"/>
              <a:chExt cx="3313785" cy="389076"/>
            </a:xfrm>
          </p:grpSpPr>
          <p:grpSp>
            <p:nvGrpSpPr>
              <p:cNvPr id="516" name="Group 515">
                <a:extLst>
                  <a:ext uri="{FF2B5EF4-FFF2-40B4-BE49-F238E27FC236}">
                    <a16:creationId xmlns:a16="http://schemas.microsoft.com/office/drawing/2014/main" id="{A30D829D-4A84-A074-733B-159F7C1928B8}"/>
                  </a:ext>
                </a:extLst>
              </p:cNvPr>
              <p:cNvGrpSpPr/>
              <p:nvPr/>
            </p:nvGrpSpPr>
            <p:grpSpPr>
              <a:xfrm>
                <a:off x="7292761" y="10359135"/>
                <a:ext cx="783809" cy="307777"/>
                <a:chOff x="7212551" y="10203807"/>
                <a:chExt cx="783809" cy="307777"/>
              </a:xfrm>
            </p:grpSpPr>
            <p:sp>
              <p:nvSpPr>
                <p:cNvPr id="523" name="Google Shape;205;p27">
                  <a:extLst>
                    <a:ext uri="{FF2B5EF4-FFF2-40B4-BE49-F238E27FC236}">
                      <a16:creationId xmlns:a16="http://schemas.microsoft.com/office/drawing/2014/main" id="{9D108ABA-A882-DAA8-43B7-176F9EF57DDB}"/>
                    </a:ext>
                  </a:extLst>
                </p:cNvPr>
                <p:cNvSpPr/>
                <p:nvPr/>
              </p:nvSpPr>
              <p:spPr>
                <a:xfrm>
                  <a:off x="7212551" y="10203807"/>
                  <a:ext cx="307777" cy="307777"/>
                </a:xfrm>
                <a:prstGeom prst="ellipse">
                  <a:avLst/>
                </a:prstGeom>
                <a:solidFill>
                  <a:schemeClr val="accent1"/>
                </a:solidFill>
                <a:ln w="15425" cap="flat" cmpd="sng">
                  <a:solidFill>
                    <a:srgbClr val="082836"/>
                  </a:solidFill>
                  <a:prstDash val="solid"/>
                  <a:miter lim="800000"/>
                  <a:headEnd type="none" w="sm" len="sm"/>
                  <a:tailEnd type="none" w="sm" len="sm"/>
                </a:ln>
              </p:spPr>
              <p:txBody>
                <a:bodyPr spcFirstLastPara="1" wrap="square" lIns="0" tIns="0" rIns="0" bIns="0" anchor="ctr" anchorCtr="0">
                  <a:noAutofit/>
                </a:bodyPr>
                <a:lstStyle/>
                <a:p>
                  <a:pPr marL="0" marR="0" lvl="0" indent="0" algn="ctr" rtl="0">
                    <a:spcBef>
                      <a:spcPts val="0"/>
                    </a:spcBef>
                    <a:spcAft>
                      <a:spcPts val="0"/>
                    </a:spcAft>
                    <a:buNone/>
                  </a:pPr>
                  <a:r>
                    <a:rPr lang="en" sz="400" dirty="0">
                      <a:solidFill>
                        <a:schemeClr val="lt1"/>
                      </a:solidFill>
                    </a:rPr>
                    <a:t>updated</a:t>
                  </a:r>
                </a:p>
                <a:p>
                  <a:pPr marL="0" marR="0" lvl="0" indent="0" algn="ctr" rtl="0">
                    <a:spcBef>
                      <a:spcPts val="0"/>
                    </a:spcBef>
                    <a:spcAft>
                      <a:spcPts val="0"/>
                    </a:spcAft>
                    <a:buNone/>
                  </a:pPr>
                  <a:r>
                    <a:rPr lang="en" sz="900" dirty="0">
                      <a:solidFill>
                        <a:schemeClr val="lt1"/>
                      </a:solidFill>
                    </a:rPr>
                    <a:t>t-6</a:t>
                  </a:r>
                  <a:endParaRPr sz="1200" dirty="0">
                    <a:solidFill>
                      <a:schemeClr val="lt1"/>
                    </a:solidFill>
                    <a:latin typeface="Arial"/>
                    <a:ea typeface="Arial"/>
                    <a:cs typeface="Arial"/>
                    <a:sym typeface="Arial"/>
                  </a:endParaRPr>
                </a:p>
              </p:txBody>
            </p:sp>
            <p:sp>
              <p:nvSpPr>
                <p:cNvPr id="524" name="Google Shape;205;p27">
                  <a:extLst>
                    <a:ext uri="{FF2B5EF4-FFF2-40B4-BE49-F238E27FC236}">
                      <a16:creationId xmlns:a16="http://schemas.microsoft.com/office/drawing/2014/main" id="{D289167E-1DAA-5A0C-AA7C-9A153F2F3DD3}"/>
                    </a:ext>
                  </a:extLst>
                </p:cNvPr>
                <p:cNvSpPr/>
                <p:nvPr/>
              </p:nvSpPr>
              <p:spPr>
                <a:xfrm>
                  <a:off x="7688583" y="10203807"/>
                  <a:ext cx="307777" cy="307777"/>
                </a:xfrm>
                <a:prstGeom prst="ellipse">
                  <a:avLst/>
                </a:prstGeom>
                <a:solidFill>
                  <a:schemeClr val="accent1"/>
                </a:solidFill>
                <a:ln w="15425" cap="flat" cmpd="sng">
                  <a:solidFill>
                    <a:srgbClr val="082836"/>
                  </a:solidFill>
                  <a:prstDash val="solid"/>
                  <a:miter lim="800000"/>
                  <a:headEnd type="none" w="sm" len="sm"/>
                  <a:tailEnd type="none" w="sm" len="sm"/>
                </a:ln>
              </p:spPr>
              <p:txBody>
                <a:bodyPr spcFirstLastPara="1" wrap="square" lIns="0" tIns="0" rIns="0" bIns="0" anchor="ctr" anchorCtr="0">
                  <a:noAutofit/>
                </a:bodyPr>
                <a:lstStyle/>
                <a:p>
                  <a:pPr marL="0" marR="0" lvl="0" indent="0" algn="ctr" rtl="0">
                    <a:spcBef>
                      <a:spcPts val="0"/>
                    </a:spcBef>
                    <a:spcAft>
                      <a:spcPts val="0"/>
                    </a:spcAft>
                    <a:buNone/>
                  </a:pPr>
                  <a:r>
                    <a:rPr lang="en-GB" sz="900" dirty="0">
                      <a:solidFill>
                        <a:schemeClr val="lt1"/>
                      </a:solidFill>
                    </a:rPr>
                    <a:t>L2</a:t>
                  </a:r>
                  <a:endParaRPr lang="en-GB" sz="900" dirty="0">
                    <a:solidFill>
                      <a:schemeClr val="lt1"/>
                    </a:solidFill>
                    <a:latin typeface="Arial"/>
                    <a:ea typeface="Arial"/>
                    <a:cs typeface="Arial"/>
                    <a:sym typeface="Arial"/>
                  </a:endParaRPr>
                </a:p>
              </p:txBody>
            </p:sp>
            <p:cxnSp>
              <p:nvCxnSpPr>
                <p:cNvPr id="525" name="Straight Connector 524">
                  <a:extLst>
                    <a:ext uri="{FF2B5EF4-FFF2-40B4-BE49-F238E27FC236}">
                      <a16:creationId xmlns:a16="http://schemas.microsoft.com/office/drawing/2014/main" id="{C20242B2-B779-237C-E34D-A1A23D33549E}"/>
                    </a:ext>
                  </a:extLst>
                </p:cNvPr>
                <p:cNvCxnSpPr>
                  <a:cxnSpLocks/>
                </p:cNvCxnSpPr>
                <p:nvPr/>
              </p:nvCxnSpPr>
              <p:spPr>
                <a:xfrm>
                  <a:off x="7520328" y="10348446"/>
                  <a:ext cx="220965" cy="0"/>
                </a:xfrm>
                <a:prstGeom prst="line">
                  <a:avLst/>
                </a:prstGeom>
                <a:ln w="38100">
                  <a:headEnd type="none" w="med" len="med"/>
                  <a:tailEnd type="triangle" w="med" len="med"/>
                </a:ln>
              </p:spPr>
              <p:style>
                <a:lnRef idx="1">
                  <a:schemeClr val="dk1"/>
                </a:lnRef>
                <a:fillRef idx="0">
                  <a:schemeClr val="dk1"/>
                </a:fillRef>
                <a:effectRef idx="0">
                  <a:schemeClr val="dk1"/>
                </a:effectRef>
                <a:fontRef idx="minor">
                  <a:schemeClr val="tx1"/>
                </a:fontRef>
              </p:style>
            </p:cxnSp>
          </p:grpSp>
          <p:cxnSp>
            <p:nvCxnSpPr>
              <p:cNvPr id="517" name="Straight Connector 516">
                <a:extLst>
                  <a:ext uri="{FF2B5EF4-FFF2-40B4-BE49-F238E27FC236}">
                    <a16:creationId xmlns:a16="http://schemas.microsoft.com/office/drawing/2014/main" id="{D344D896-3537-7E9B-A0A2-6C23A75EBB29}"/>
                  </a:ext>
                </a:extLst>
              </p:cNvPr>
              <p:cNvCxnSpPr>
                <a:cxnSpLocks/>
              </p:cNvCxnSpPr>
              <p:nvPr/>
            </p:nvCxnSpPr>
            <p:spPr>
              <a:xfrm>
                <a:off x="5757395" y="10359135"/>
                <a:ext cx="0" cy="389076"/>
              </a:xfrm>
              <a:prstGeom prst="line">
                <a:avLst/>
              </a:prstGeom>
              <a:ln w="38100">
                <a:headEnd type="none" w="med" len="med"/>
                <a:tailEnd type="triangle" w="med" len="med"/>
              </a:ln>
            </p:spPr>
            <p:style>
              <a:lnRef idx="1">
                <a:schemeClr val="dk1"/>
              </a:lnRef>
              <a:fillRef idx="0">
                <a:schemeClr val="dk1"/>
              </a:fillRef>
              <a:effectRef idx="0">
                <a:schemeClr val="dk1"/>
              </a:effectRef>
              <a:fontRef idx="minor">
                <a:schemeClr val="tx1"/>
              </a:fontRef>
            </p:style>
          </p:cxnSp>
          <p:sp>
            <p:nvSpPr>
              <p:cNvPr id="518" name="Google Shape;216;p27">
                <a:extLst>
                  <a:ext uri="{FF2B5EF4-FFF2-40B4-BE49-F238E27FC236}">
                    <a16:creationId xmlns:a16="http://schemas.microsoft.com/office/drawing/2014/main" id="{BCD22760-AF7C-B54C-8C14-851DC32931ED}"/>
                  </a:ext>
                </a:extLst>
              </p:cNvPr>
              <p:cNvSpPr txBox="1"/>
              <p:nvPr/>
            </p:nvSpPr>
            <p:spPr>
              <a:xfrm>
                <a:off x="5757395" y="10368343"/>
                <a:ext cx="1172794" cy="268464"/>
              </a:xfrm>
              <a:prstGeom prst="rect">
                <a:avLst/>
              </a:prstGeom>
              <a:noFill/>
              <a:ln>
                <a:noFill/>
              </a:ln>
            </p:spPr>
            <p:txBody>
              <a:bodyPr spcFirstLastPara="1" wrap="square" lIns="64700" tIns="32350" rIns="64700" bIns="32350" anchor="t" anchorCtr="0">
                <a:spAutoFit/>
              </a:bodyPr>
              <a:lstStyle/>
              <a:p>
                <a:pPr marL="0" marR="0" lvl="0" indent="0" algn="l" rtl="0">
                  <a:spcBef>
                    <a:spcPts val="0"/>
                  </a:spcBef>
                  <a:spcAft>
                    <a:spcPts val="0"/>
                  </a:spcAft>
                  <a:buNone/>
                </a:pPr>
                <a:r>
                  <a:rPr lang="en" sz="1320" dirty="0">
                    <a:solidFill>
                      <a:schemeClr val="dk1"/>
                    </a:solidFill>
                    <a:latin typeface="Arial"/>
                    <a:ea typeface="Arial"/>
                    <a:cs typeface="Arial"/>
                    <a:sym typeface="Arial"/>
                  </a:rPr>
                  <a:t>Move window</a:t>
                </a:r>
                <a:endParaRPr sz="1037" dirty="0"/>
              </a:p>
            </p:txBody>
          </p:sp>
          <p:grpSp>
            <p:nvGrpSpPr>
              <p:cNvPr id="519" name="Group 518">
                <a:extLst>
                  <a:ext uri="{FF2B5EF4-FFF2-40B4-BE49-F238E27FC236}">
                    <a16:creationId xmlns:a16="http://schemas.microsoft.com/office/drawing/2014/main" id="{485869AA-19B4-B650-A579-937144864021}"/>
                  </a:ext>
                </a:extLst>
              </p:cNvPr>
              <p:cNvGrpSpPr/>
              <p:nvPr/>
            </p:nvGrpSpPr>
            <p:grpSpPr>
              <a:xfrm>
                <a:off x="8287371" y="10359135"/>
                <a:ext cx="783809" cy="307777"/>
                <a:chOff x="7212551" y="10203807"/>
                <a:chExt cx="783809" cy="307777"/>
              </a:xfrm>
              <a:solidFill>
                <a:schemeClr val="tx1"/>
              </a:solidFill>
            </p:grpSpPr>
            <p:sp>
              <p:nvSpPr>
                <p:cNvPr id="520" name="Google Shape;205;p27">
                  <a:extLst>
                    <a:ext uri="{FF2B5EF4-FFF2-40B4-BE49-F238E27FC236}">
                      <a16:creationId xmlns:a16="http://schemas.microsoft.com/office/drawing/2014/main" id="{BC9C6F08-AD87-ED15-D263-5AE43FD46B97}"/>
                    </a:ext>
                  </a:extLst>
                </p:cNvPr>
                <p:cNvSpPr/>
                <p:nvPr/>
              </p:nvSpPr>
              <p:spPr>
                <a:xfrm>
                  <a:off x="7212551" y="10203807"/>
                  <a:ext cx="307777" cy="307777"/>
                </a:xfrm>
                <a:prstGeom prst="ellipse">
                  <a:avLst/>
                </a:prstGeom>
                <a:grpFill/>
                <a:ln w="15425" cap="flat" cmpd="sng">
                  <a:solidFill>
                    <a:srgbClr val="082836"/>
                  </a:solidFill>
                  <a:prstDash val="solid"/>
                  <a:miter lim="800000"/>
                  <a:headEnd type="none" w="sm" len="sm"/>
                  <a:tailEnd type="none" w="sm" len="sm"/>
                </a:ln>
              </p:spPr>
              <p:txBody>
                <a:bodyPr spcFirstLastPara="1" wrap="square" lIns="0" tIns="0" rIns="0" bIns="0" anchor="ctr" anchorCtr="0">
                  <a:noAutofit/>
                </a:bodyPr>
                <a:lstStyle/>
                <a:p>
                  <a:pPr marL="0" marR="0" lvl="0" indent="0" algn="ctr" rtl="0">
                    <a:spcBef>
                      <a:spcPts val="0"/>
                    </a:spcBef>
                    <a:spcAft>
                      <a:spcPts val="0"/>
                    </a:spcAft>
                    <a:buNone/>
                  </a:pPr>
                  <a:r>
                    <a:rPr lang="en-GB" sz="900" dirty="0">
                      <a:solidFill>
                        <a:schemeClr val="lt1"/>
                      </a:solidFill>
                    </a:rPr>
                    <a:t>L1</a:t>
                  </a:r>
                  <a:endParaRPr lang="en-GB" sz="1200" dirty="0">
                    <a:solidFill>
                      <a:schemeClr val="lt1"/>
                    </a:solidFill>
                    <a:latin typeface="Arial"/>
                    <a:ea typeface="Arial"/>
                    <a:cs typeface="Arial"/>
                    <a:sym typeface="Arial"/>
                  </a:endParaRPr>
                </a:p>
              </p:txBody>
            </p:sp>
            <p:sp>
              <p:nvSpPr>
                <p:cNvPr id="521" name="Google Shape;205;p27">
                  <a:extLst>
                    <a:ext uri="{FF2B5EF4-FFF2-40B4-BE49-F238E27FC236}">
                      <a16:creationId xmlns:a16="http://schemas.microsoft.com/office/drawing/2014/main" id="{73AAB0E8-8C65-FA58-98A6-3DFC8C9D42B5}"/>
                    </a:ext>
                  </a:extLst>
                </p:cNvPr>
                <p:cNvSpPr/>
                <p:nvPr/>
              </p:nvSpPr>
              <p:spPr>
                <a:xfrm>
                  <a:off x="7688583" y="10203807"/>
                  <a:ext cx="307777" cy="307777"/>
                </a:xfrm>
                <a:prstGeom prst="ellipse">
                  <a:avLst/>
                </a:prstGeom>
                <a:grpFill/>
                <a:ln w="15425" cap="flat" cmpd="sng">
                  <a:solidFill>
                    <a:srgbClr val="082836"/>
                  </a:solidFill>
                  <a:prstDash val="solid"/>
                  <a:miter lim="800000"/>
                  <a:headEnd type="none" w="sm" len="sm"/>
                  <a:tailEnd type="none" w="sm" len="sm"/>
                </a:ln>
              </p:spPr>
              <p:txBody>
                <a:bodyPr spcFirstLastPara="1" wrap="square" lIns="0" tIns="0" rIns="0" bIns="0" anchor="ctr" anchorCtr="0">
                  <a:noAutofit/>
                </a:bodyPr>
                <a:lstStyle/>
                <a:p>
                  <a:pPr marL="0" marR="0" lvl="0" indent="0" algn="ctr" rtl="0">
                    <a:spcBef>
                      <a:spcPts val="0"/>
                    </a:spcBef>
                    <a:spcAft>
                      <a:spcPts val="0"/>
                    </a:spcAft>
                    <a:buNone/>
                  </a:pPr>
                  <a:r>
                    <a:rPr lang="en-GB" sz="900" dirty="0">
                      <a:solidFill>
                        <a:schemeClr val="lt1"/>
                      </a:solidFill>
                    </a:rPr>
                    <a:t>L2</a:t>
                  </a:r>
                  <a:endParaRPr lang="en-GB" sz="900" dirty="0">
                    <a:solidFill>
                      <a:schemeClr val="lt1"/>
                    </a:solidFill>
                    <a:latin typeface="Arial"/>
                    <a:ea typeface="Arial"/>
                    <a:cs typeface="Arial"/>
                    <a:sym typeface="Arial"/>
                  </a:endParaRPr>
                </a:p>
              </p:txBody>
            </p:sp>
            <p:cxnSp>
              <p:nvCxnSpPr>
                <p:cNvPr id="522" name="Straight Connector 521">
                  <a:extLst>
                    <a:ext uri="{FF2B5EF4-FFF2-40B4-BE49-F238E27FC236}">
                      <a16:creationId xmlns:a16="http://schemas.microsoft.com/office/drawing/2014/main" id="{76258F2D-8CFE-0828-A960-8C1A8E49F573}"/>
                    </a:ext>
                  </a:extLst>
                </p:cNvPr>
                <p:cNvCxnSpPr>
                  <a:cxnSpLocks/>
                </p:cNvCxnSpPr>
                <p:nvPr/>
              </p:nvCxnSpPr>
              <p:spPr>
                <a:xfrm>
                  <a:off x="7520328" y="10348446"/>
                  <a:ext cx="220965" cy="0"/>
                </a:xfrm>
                <a:prstGeom prst="line">
                  <a:avLst/>
                </a:prstGeom>
                <a:grpFill/>
                <a:ln w="38100">
                  <a:headEnd type="none" w="med" len="med"/>
                  <a:tailEnd type="triangle" w="med" len="med"/>
                </a:ln>
              </p:spPr>
              <p:style>
                <a:lnRef idx="1">
                  <a:schemeClr val="dk1"/>
                </a:lnRef>
                <a:fillRef idx="0">
                  <a:schemeClr val="dk1"/>
                </a:fillRef>
                <a:effectRef idx="0">
                  <a:schemeClr val="dk1"/>
                </a:effectRef>
                <a:fontRef idx="minor">
                  <a:schemeClr val="tx1"/>
                </a:fontRef>
              </p:style>
            </p:cxnSp>
          </p:grpSp>
        </p:grpSp>
        <p:grpSp>
          <p:nvGrpSpPr>
            <p:cNvPr id="539" name="Group 538">
              <a:extLst>
                <a:ext uri="{FF2B5EF4-FFF2-40B4-BE49-F238E27FC236}">
                  <a16:creationId xmlns:a16="http://schemas.microsoft.com/office/drawing/2014/main" id="{49824597-7924-BDB1-1096-5FDEF3639DF2}"/>
                </a:ext>
              </a:extLst>
            </p:cNvPr>
            <p:cNvGrpSpPr/>
            <p:nvPr/>
          </p:nvGrpSpPr>
          <p:grpSpPr>
            <a:xfrm>
              <a:off x="9211732" y="5391841"/>
              <a:ext cx="1150597" cy="182203"/>
              <a:chOff x="-3856755" y="-1808920"/>
              <a:chExt cx="1322226" cy="234148"/>
            </a:xfrm>
          </p:grpSpPr>
          <p:sp>
            <p:nvSpPr>
              <p:cNvPr id="540" name="Google Shape;204;p27">
                <a:extLst>
                  <a:ext uri="{FF2B5EF4-FFF2-40B4-BE49-F238E27FC236}">
                    <a16:creationId xmlns:a16="http://schemas.microsoft.com/office/drawing/2014/main" id="{EC2E88EA-29F2-F0F2-AF17-4128876351E7}"/>
                  </a:ext>
                </a:extLst>
              </p:cNvPr>
              <p:cNvSpPr/>
              <p:nvPr/>
            </p:nvSpPr>
            <p:spPr>
              <a:xfrm>
                <a:off x="-3856755" y="-1808920"/>
                <a:ext cx="427572" cy="234148"/>
              </a:xfrm>
              <a:prstGeom prst="rect">
                <a:avLst/>
              </a:prstGeom>
              <a:solidFill>
                <a:srgbClr val="BEF2C7">
                  <a:alpha val="31760"/>
                </a:srgbClr>
              </a:solidFill>
              <a:ln w="17975" cap="flat" cmpd="sng">
                <a:solidFill>
                  <a:srgbClr val="082836"/>
                </a:solidFill>
                <a:prstDash val="solid"/>
                <a:miter lim="800000"/>
                <a:headEnd type="none" w="sm" len="sm"/>
                <a:tailEnd type="none" w="sm" len="sm"/>
              </a:ln>
            </p:spPr>
            <p:txBody>
              <a:bodyPr spcFirstLastPara="1" wrap="square" lIns="64700" tIns="32350" rIns="64700" bIns="32350" anchor="t" anchorCtr="0">
                <a:noAutofit/>
              </a:bodyPr>
              <a:lstStyle/>
              <a:p>
                <a:pPr marL="0" marR="0" lvl="0" indent="0" algn="l" rtl="0">
                  <a:spcBef>
                    <a:spcPts val="0"/>
                  </a:spcBef>
                  <a:spcAft>
                    <a:spcPts val="0"/>
                  </a:spcAft>
                  <a:buNone/>
                </a:pPr>
                <a:endParaRPr sz="1037" dirty="0"/>
              </a:p>
            </p:txBody>
          </p:sp>
          <p:sp>
            <p:nvSpPr>
              <p:cNvPr id="541" name="Google Shape;204;p27">
                <a:extLst>
                  <a:ext uri="{FF2B5EF4-FFF2-40B4-BE49-F238E27FC236}">
                    <a16:creationId xmlns:a16="http://schemas.microsoft.com/office/drawing/2014/main" id="{8B6C3631-BFF8-DB19-505C-99C9D7739034}"/>
                  </a:ext>
                </a:extLst>
              </p:cNvPr>
              <p:cNvSpPr/>
              <p:nvPr/>
            </p:nvSpPr>
            <p:spPr>
              <a:xfrm>
                <a:off x="-2968207" y="-1808920"/>
                <a:ext cx="433678" cy="234148"/>
              </a:xfrm>
              <a:prstGeom prst="rect">
                <a:avLst/>
              </a:prstGeom>
              <a:solidFill>
                <a:srgbClr val="BEF2C7">
                  <a:alpha val="31760"/>
                </a:srgbClr>
              </a:solidFill>
              <a:ln w="17975" cap="flat" cmpd="sng">
                <a:solidFill>
                  <a:srgbClr val="082836"/>
                </a:solidFill>
                <a:prstDash val="solid"/>
                <a:miter lim="800000"/>
                <a:headEnd type="none" w="sm" len="sm"/>
                <a:tailEnd type="none" w="sm" len="sm"/>
              </a:ln>
            </p:spPr>
            <p:txBody>
              <a:bodyPr spcFirstLastPara="1" wrap="square" lIns="64700" tIns="32350" rIns="64700" bIns="32350" anchor="t" anchorCtr="0">
                <a:noAutofit/>
              </a:bodyPr>
              <a:lstStyle/>
              <a:p>
                <a:pPr marL="0" marR="0" lvl="0" indent="0" algn="l" rtl="0">
                  <a:spcBef>
                    <a:spcPts val="0"/>
                  </a:spcBef>
                  <a:spcAft>
                    <a:spcPts val="0"/>
                  </a:spcAft>
                  <a:buNone/>
                </a:pPr>
                <a:endParaRPr sz="1037" dirty="0"/>
              </a:p>
            </p:txBody>
          </p:sp>
          <p:cxnSp>
            <p:nvCxnSpPr>
              <p:cNvPr id="542" name="Straight Connector 541">
                <a:extLst>
                  <a:ext uri="{FF2B5EF4-FFF2-40B4-BE49-F238E27FC236}">
                    <a16:creationId xmlns:a16="http://schemas.microsoft.com/office/drawing/2014/main" id="{845D3CEE-36C4-CCB5-3A6E-7E0B0BB2ADA2}"/>
                  </a:ext>
                </a:extLst>
              </p:cNvPr>
              <p:cNvCxnSpPr>
                <a:cxnSpLocks/>
              </p:cNvCxnSpPr>
              <p:nvPr/>
            </p:nvCxnSpPr>
            <p:spPr>
              <a:xfrm>
                <a:off x="-3339229" y="-1682935"/>
                <a:ext cx="220965" cy="0"/>
              </a:xfrm>
              <a:prstGeom prst="line">
                <a:avLst/>
              </a:prstGeom>
              <a:ln w="38100">
                <a:headEnd type="none" w="med" len="med"/>
                <a:tailEnd type="triangle" w="med" len="med"/>
              </a:ln>
            </p:spPr>
            <p:style>
              <a:lnRef idx="1">
                <a:schemeClr val="dk1"/>
              </a:lnRef>
              <a:fillRef idx="0">
                <a:schemeClr val="dk1"/>
              </a:fillRef>
              <a:effectRef idx="0">
                <a:schemeClr val="dk1"/>
              </a:effectRef>
              <a:fontRef idx="minor">
                <a:schemeClr val="tx1"/>
              </a:fontRef>
            </p:style>
          </p:cxnSp>
          <p:sp>
            <p:nvSpPr>
              <p:cNvPr id="543" name="Google Shape;204;p27">
                <a:extLst>
                  <a:ext uri="{FF2B5EF4-FFF2-40B4-BE49-F238E27FC236}">
                    <a16:creationId xmlns:a16="http://schemas.microsoft.com/office/drawing/2014/main" id="{88B2678C-0335-FB6C-D235-6A6A0F505C53}"/>
                  </a:ext>
                </a:extLst>
              </p:cNvPr>
              <p:cNvSpPr/>
              <p:nvPr/>
            </p:nvSpPr>
            <p:spPr>
              <a:xfrm>
                <a:off x="-3076656" y="-1808920"/>
                <a:ext cx="427572" cy="234148"/>
              </a:xfrm>
              <a:prstGeom prst="rect">
                <a:avLst/>
              </a:prstGeom>
              <a:noFill/>
              <a:ln w="17975" cap="flat" cmpd="sng">
                <a:solidFill>
                  <a:srgbClr val="082836"/>
                </a:solidFill>
                <a:prstDash val="sysDot"/>
                <a:miter lim="800000"/>
                <a:headEnd type="none" w="sm" len="sm"/>
                <a:tailEnd type="none" w="sm" len="sm"/>
              </a:ln>
            </p:spPr>
            <p:txBody>
              <a:bodyPr spcFirstLastPara="1" wrap="square" lIns="64700" tIns="32350" rIns="64700" bIns="32350" anchor="t" anchorCtr="0">
                <a:noAutofit/>
              </a:bodyPr>
              <a:lstStyle/>
              <a:p>
                <a:pPr marL="0" marR="0" lvl="0" indent="0" algn="l" rtl="0">
                  <a:spcBef>
                    <a:spcPts val="0"/>
                  </a:spcBef>
                  <a:spcAft>
                    <a:spcPts val="0"/>
                  </a:spcAft>
                  <a:buNone/>
                </a:pPr>
                <a:endParaRPr sz="1037" dirty="0"/>
              </a:p>
            </p:txBody>
          </p:sp>
        </p:grpSp>
      </p:grpSp>
      <p:grpSp>
        <p:nvGrpSpPr>
          <p:cNvPr id="545" name="Group 544">
            <a:extLst>
              <a:ext uri="{FF2B5EF4-FFF2-40B4-BE49-F238E27FC236}">
                <a16:creationId xmlns:a16="http://schemas.microsoft.com/office/drawing/2014/main" id="{0DE879B0-43A7-7959-7916-1DE8B75BFA5D}"/>
              </a:ext>
            </a:extLst>
          </p:cNvPr>
          <p:cNvGrpSpPr/>
          <p:nvPr/>
        </p:nvGrpSpPr>
        <p:grpSpPr>
          <a:xfrm>
            <a:off x="5757395" y="10334181"/>
            <a:ext cx="4604934" cy="389076"/>
            <a:chOff x="5757395" y="5321914"/>
            <a:chExt cx="4604934" cy="389076"/>
          </a:xfrm>
        </p:grpSpPr>
        <p:grpSp>
          <p:nvGrpSpPr>
            <p:cNvPr id="546" name="Group 545">
              <a:extLst>
                <a:ext uri="{FF2B5EF4-FFF2-40B4-BE49-F238E27FC236}">
                  <a16:creationId xmlns:a16="http://schemas.microsoft.com/office/drawing/2014/main" id="{3061B3AC-B129-A619-5103-6181C79F4911}"/>
                </a:ext>
              </a:extLst>
            </p:cNvPr>
            <p:cNvGrpSpPr/>
            <p:nvPr/>
          </p:nvGrpSpPr>
          <p:grpSpPr>
            <a:xfrm>
              <a:off x="5757395" y="5321914"/>
              <a:ext cx="3313785" cy="389076"/>
              <a:chOff x="5757395" y="10359135"/>
              <a:chExt cx="3313785" cy="389076"/>
            </a:xfrm>
          </p:grpSpPr>
          <p:grpSp>
            <p:nvGrpSpPr>
              <p:cNvPr id="552" name="Group 551">
                <a:extLst>
                  <a:ext uri="{FF2B5EF4-FFF2-40B4-BE49-F238E27FC236}">
                    <a16:creationId xmlns:a16="http://schemas.microsoft.com/office/drawing/2014/main" id="{34A2D0BE-109E-503E-80DC-D9C53738BD20}"/>
                  </a:ext>
                </a:extLst>
              </p:cNvPr>
              <p:cNvGrpSpPr/>
              <p:nvPr/>
            </p:nvGrpSpPr>
            <p:grpSpPr>
              <a:xfrm>
                <a:off x="7292761" y="10359135"/>
                <a:ext cx="783809" cy="307777"/>
                <a:chOff x="7212551" y="10203807"/>
                <a:chExt cx="783809" cy="307777"/>
              </a:xfrm>
            </p:grpSpPr>
            <p:sp>
              <p:nvSpPr>
                <p:cNvPr id="559" name="Google Shape;205;p27">
                  <a:extLst>
                    <a:ext uri="{FF2B5EF4-FFF2-40B4-BE49-F238E27FC236}">
                      <a16:creationId xmlns:a16="http://schemas.microsoft.com/office/drawing/2014/main" id="{93CFA4B6-EDB3-8B19-7618-1E6AC39537BC}"/>
                    </a:ext>
                  </a:extLst>
                </p:cNvPr>
                <p:cNvSpPr/>
                <p:nvPr/>
              </p:nvSpPr>
              <p:spPr>
                <a:xfrm>
                  <a:off x="7212551" y="10203807"/>
                  <a:ext cx="307777" cy="307777"/>
                </a:xfrm>
                <a:prstGeom prst="ellipse">
                  <a:avLst/>
                </a:prstGeom>
                <a:solidFill>
                  <a:schemeClr val="accent1"/>
                </a:solidFill>
                <a:ln w="15425" cap="flat" cmpd="sng">
                  <a:solidFill>
                    <a:srgbClr val="082836"/>
                  </a:solidFill>
                  <a:prstDash val="solid"/>
                  <a:miter lim="800000"/>
                  <a:headEnd type="none" w="sm" len="sm"/>
                  <a:tailEnd type="none" w="sm" len="sm"/>
                </a:ln>
              </p:spPr>
              <p:txBody>
                <a:bodyPr spcFirstLastPara="1" wrap="square" lIns="0" tIns="0" rIns="0" bIns="0" anchor="ctr" anchorCtr="0">
                  <a:noAutofit/>
                </a:bodyPr>
                <a:lstStyle/>
                <a:p>
                  <a:pPr marL="0" marR="0" lvl="0" indent="0" algn="ctr" rtl="0">
                    <a:spcBef>
                      <a:spcPts val="0"/>
                    </a:spcBef>
                    <a:spcAft>
                      <a:spcPts val="0"/>
                    </a:spcAft>
                    <a:buNone/>
                  </a:pPr>
                  <a:r>
                    <a:rPr lang="en" sz="400" dirty="0">
                      <a:solidFill>
                        <a:schemeClr val="lt1"/>
                      </a:solidFill>
                    </a:rPr>
                    <a:t>updated</a:t>
                  </a:r>
                </a:p>
                <a:p>
                  <a:pPr marL="0" marR="0" lvl="0" indent="0" algn="ctr" rtl="0">
                    <a:spcBef>
                      <a:spcPts val="0"/>
                    </a:spcBef>
                    <a:spcAft>
                      <a:spcPts val="0"/>
                    </a:spcAft>
                    <a:buNone/>
                  </a:pPr>
                  <a:r>
                    <a:rPr lang="en" sz="900" dirty="0">
                      <a:solidFill>
                        <a:schemeClr val="lt1"/>
                      </a:solidFill>
                    </a:rPr>
                    <a:t>t-6</a:t>
                  </a:r>
                  <a:endParaRPr sz="1200" dirty="0">
                    <a:solidFill>
                      <a:schemeClr val="lt1"/>
                    </a:solidFill>
                    <a:latin typeface="Arial"/>
                    <a:ea typeface="Arial"/>
                    <a:cs typeface="Arial"/>
                    <a:sym typeface="Arial"/>
                  </a:endParaRPr>
                </a:p>
              </p:txBody>
            </p:sp>
            <p:sp>
              <p:nvSpPr>
                <p:cNvPr id="560" name="Google Shape;205;p27">
                  <a:extLst>
                    <a:ext uri="{FF2B5EF4-FFF2-40B4-BE49-F238E27FC236}">
                      <a16:creationId xmlns:a16="http://schemas.microsoft.com/office/drawing/2014/main" id="{BC6544C6-D438-851F-0AB7-32DA2C49B748}"/>
                    </a:ext>
                  </a:extLst>
                </p:cNvPr>
                <p:cNvSpPr/>
                <p:nvPr/>
              </p:nvSpPr>
              <p:spPr>
                <a:xfrm>
                  <a:off x="7688583" y="10203807"/>
                  <a:ext cx="307777" cy="307777"/>
                </a:xfrm>
                <a:prstGeom prst="ellipse">
                  <a:avLst/>
                </a:prstGeom>
                <a:solidFill>
                  <a:schemeClr val="accent1"/>
                </a:solidFill>
                <a:ln w="15425" cap="flat" cmpd="sng">
                  <a:solidFill>
                    <a:srgbClr val="082836"/>
                  </a:solidFill>
                  <a:prstDash val="solid"/>
                  <a:miter lim="800000"/>
                  <a:headEnd type="none" w="sm" len="sm"/>
                  <a:tailEnd type="none" w="sm" len="sm"/>
                </a:ln>
              </p:spPr>
              <p:txBody>
                <a:bodyPr spcFirstLastPara="1" wrap="square" lIns="0" tIns="0" rIns="0" bIns="0" anchor="ctr" anchorCtr="0">
                  <a:noAutofit/>
                </a:bodyPr>
                <a:lstStyle/>
                <a:p>
                  <a:pPr marL="0" marR="0" lvl="0" indent="0" algn="ctr" rtl="0">
                    <a:spcBef>
                      <a:spcPts val="0"/>
                    </a:spcBef>
                    <a:spcAft>
                      <a:spcPts val="0"/>
                    </a:spcAft>
                    <a:buNone/>
                  </a:pPr>
                  <a:r>
                    <a:rPr lang="en-GB" sz="900" dirty="0">
                      <a:solidFill>
                        <a:schemeClr val="lt1"/>
                      </a:solidFill>
                    </a:rPr>
                    <a:t>L2</a:t>
                  </a:r>
                  <a:endParaRPr lang="en-GB" sz="900" dirty="0">
                    <a:solidFill>
                      <a:schemeClr val="lt1"/>
                    </a:solidFill>
                    <a:latin typeface="Arial"/>
                    <a:ea typeface="Arial"/>
                    <a:cs typeface="Arial"/>
                    <a:sym typeface="Arial"/>
                  </a:endParaRPr>
                </a:p>
              </p:txBody>
            </p:sp>
            <p:cxnSp>
              <p:nvCxnSpPr>
                <p:cNvPr id="561" name="Straight Connector 560">
                  <a:extLst>
                    <a:ext uri="{FF2B5EF4-FFF2-40B4-BE49-F238E27FC236}">
                      <a16:creationId xmlns:a16="http://schemas.microsoft.com/office/drawing/2014/main" id="{14A7A93D-9394-886D-685B-39EF0AC012EF}"/>
                    </a:ext>
                  </a:extLst>
                </p:cNvPr>
                <p:cNvCxnSpPr>
                  <a:cxnSpLocks/>
                </p:cNvCxnSpPr>
                <p:nvPr/>
              </p:nvCxnSpPr>
              <p:spPr>
                <a:xfrm>
                  <a:off x="7520328" y="10348446"/>
                  <a:ext cx="220965" cy="0"/>
                </a:xfrm>
                <a:prstGeom prst="line">
                  <a:avLst/>
                </a:prstGeom>
                <a:ln w="38100">
                  <a:headEnd type="none" w="med" len="med"/>
                  <a:tailEnd type="triangle" w="med" len="med"/>
                </a:ln>
              </p:spPr>
              <p:style>
                <a:lnRef idx="1">
                  <a:schemeClr val="dk1"/>
                </a:lnRef>
                <a:fillRef idx="0">
                  <a:schemeClr val="dk1"/>
                </a:fillRef>
                <a:effectRef idx="0">
                  <a:schemeClr val="dk1"/>
                </a:effectRef>
                <a:fontRef idx="minor">
                  <a:schemeClr val="tx1"/>
                </a:fontRef>
              </p:style>
            </p:cxnSp>
          </p:grpSp>
          <p:cxnSp>
            <p:nvCxnSpPr>
              <p:cNvPr id="553" name="Straight Connector 552">
                <a:extLst>
                  <a:ext uri="{FF2B5EF4-FFF2-40B4-BE49-F238E27FC236}">
                    <a16:creationId xmlns:a16="http://schemas.microsoft.com/office/drawing/2014/main" id="{8B593331-142E-F346-D372-B5537116D405}"/>
                  </a:ext>
                </a:extLst>
              </p:cNvPr>
              <p:cNvCxnSpPr>
                <a:cxnSpLocks/>
              </p:cNvCxnSpPr>
              <p:nvPr/>
            </p:nvCxnSpPr>
            <p:spPr>
              <a:xfrm>
                <a:off x="5757395" y="10359135"/>
                <a:ext cx="0" cy="389076"/>
              </a:xfrm>
              <a:prstGeom prst="line">
                <a:avLst/>
              </a:prstGeom>
              <a:ln w="38100">
                <a:headEnd type="none" w="med" len="med"/>
                <a:tailEnd type="triangle" w="med" len="med"/>
              </a:ln>
            </p:spPr>
            <p:style>
              <a:lnRef idx="1">
                <a:schemeClr val="dk1"/>
              </a:lnRef>
              <a:fillRef idx="0">
                <a:schemeClr val="dk1"/>
              </a:fillRef>
              <a:effectRef idx="0">
                <a:schemeClr val="dk1"/>
              </a:effectRef>
              <a:fontRef idx="minor">
                <a:schemeClr val="tx1"/>
              </a:fontRef>
            </p:style>
          </p:cxnSp>
          <p:sp>
            <p:nvSpPr>
              <p:cNvPr id="554" name="Google Shape;216;p27">
                <a:extLst>
                  <a:ext uri="{FF2B5EF4-FFF2-40B4-BE49-F238E27FC236}">
                    <a16:creationId xmlns:a16="http://schemas.microsoft.com/office/drawing/2014/main" id="{E846B15E-C33F-D79E-2A40-47C7F899F7A8}"/>
                  </a:ext>
                </a:extLst>
              </p:cNvPr>
              <p:cNvSpPr txBox="1"/>
              <p:nvPr/>
            </p:nvSpPr>
            <p:spPr>
              <a:xfrm>
                <a:off x="5757395" y="10368343"/>
                <a:ext cx="1172794" cy="268464"/>
              </a:xfrm>
              <a:prstGeom prst="rect">
                <a:avLst/>
              </a:prstGeom>
              <a:noFill/>
              <a:ln>
                <a:noFill/>
              </a:ln>
            </p:spPr>
            <p:txBody>
              <a:bodyPr spcFirstLastPara="1" wrap="square" lIns="64700" tIns="32350" rIns="64700" bIns="32350" anchor="t" anchorCtr="0">
                <a:spAutoFit/>
              </a:bodyPr>
              <a:lstStyle/>
              <a:p>
                <a:pPr marL="0" marR="0" lvl="0" indent="0" algn="l" rtl="0">
                  <a:spcBef>
                    <a:spcPts val="0"/>
                  </a:spcBef>
                  <a:spcAft>
                    <a:spcPts val="0"/>
                  </a:spcAft>
                  <a:buNone/>
                </a:pPr>
                <a:r>
                  <a:rPr lang="en" sz="1320" dirty="0">
                    <a:solidFill>
                      <a:schemeClr val="dk1"/>
                    </a:solidFill>
                    <a:latin typeface="Arial"/>
                    <a:ea typeface="Arial"/>
                    <a:cs typeface="Arial"/>
                    <a:sym typeface="Arial"/>
                  </a:rPr>
                  <a:t>Move window</a:t>
                </a:r>
                <a:endParaRPr sz="1037" dirty="0"/>
              </a:p>
            </p:txBody>
          </p:sp>
          <p:grpSp>
            <p:nvGrpSpPr>
              <p:cNvPr id="555" name="Group 554">
                <a:extLst>
                  <a:ext uri="{FF2B5EF4-FFF2-40B4-BE49-F238E27FC236}">
                    <a16:creationId xmlns:a16="http://schemas.microsoft.com/office/drawing/2014/main" id="{AFE3E610-A8CE-C8DB-AF41-DFCCF70759F1}"/>
                  </a:ext>
                </a:extLst>
              </p:cNvPr>
              <p:cNvGrpSpPr/>
              <p:nvPr/>
            </p:nvGrpSpPr>
            <p:grpSpPr>
              <a:xfrm>
                <a:off x="8287371" y="10359135"/>
                <a:ext cx="783809" cy="307777"/>
                <a:chOff x="7212551" y="10203807"/>
                <a:chExt cx="783809" cy="307777"/>
              </a:xfrm>
              <a:solidFill>
                <a:schemeClr val="tx1"/>
              </a:solidFill>
            </p:grpSpPr>
            <p:sp>
              <p:nvSpPr>
                <p:cNvPr id="556" name="Google Shape;205;p27">
                  <a:extLst>
                    <a:ext uri="{FF2B5EF4-FFF2-40B4-BE49-F238E27FC236}">
                      <a16:creationId xmlns:a16="http://schemas.microsoft.com/office/drawing/2014/main" id="{0AE14B2C-2CFC-4EB6-37BF-E544131A8C51}"/>
                    </a:ext>
                  </a:extLst>
                </p:cNvPr>
                <p:cNvSpPr/>
                <p:nvPr/>
              </p:nvSpPr>
              <p:spPr>
                <a:xfrm>
                  <a:off x="7212551" y="10203807"/>
                  <a:ext cx="307777" cy="307777"/>
                </a:xfrm>
                <a:prstGeom prst="ellipse">
                  <a:avLst/>
                </a:prstGeom>
                <a:grpFill/>
                <a:ln w="15425" cap="flat" cmpd="sng">
                  <a:solidFill>
                    <a:srgbClr val="082836"/>
                  </a:solidFill>
                  <a:prstDash val="solid"/>
                  <a:miter lim="800000"/>
                  <a:headEnd type="none" w="sm" len="sm"/>
                  <a:tailEnd type="none" w="sm" len="sm"/>
                </a:ln>
              </p:spPr>
              <p:txBody>
                <a:bodyPr spcFirstLastPara="1" wrap="square" lIns="0" tIns="0" rIns="0" bIns="0" anchor="ctr" anchorCtr="0">
                  <a:noAutofit/>
                </a:bodyPr>
                <a:lstStyle/>
                <a:p>
                  <a:pPr marL="0" marR="0" lvl="0" indent="0" algn="ctr" rtl="0">
                    <a:spcBef>
                      <a:spcPts val="0"/>
                    </a:spcBef>
                    <a:spcAft>
                      <a:spcPts val="0"/>
                    </a:spcAft>
                    <a:buNone/>
                  </a:pPr>
                  <a:r>
                    <a:rPr lang="en-GB" sz="900" dirty="0">
                      <a:solidFill>
                        <a:schemeClr val="lt1"/>
                      </a:solidFill>
                    </a:rPr>
                    <a:t>L1</a:t>
                  </a:r>
                  <a:endParaRPr lang="en-GB" sz="1200" dirty="0">
                    <a:solidFill>
                      <a:schemeClr val="lt1"/>
                    </a:solidFill>
                    <a:latin typeface="Arial"/>
                    <a:ea typeface="Arial"/>
                    <a:cs typeface="Arial"/>
                    <a:sym typeface="Arial"/>
                  </a:endParaRPr>
                </a:p>
              </p:txBody>
            </p:sp>
            <p:sp>
              <p:nvSpPr>
                <p:cNvPr id="557" name="Google Shape;205;p27">
                  <a:extLst>
                    <a:ext uri="{FF2B5EF4-FFF2-40B4-BE49-F238E27FC236}">
                      <a16:creationId xmlns:a16="http://schemas.microsoft.com/office/drawing/2014/main" id="{C6488C8A-C13F-B873-C824-01FE987247E8}"/>
                    </a:ext>
                  </a:extLst>
                </p:cNvPr>
                <p:cNvSpPr/>
                <p:nvPr/>
              </p:nvSpPr>
              <p:spPr>
                <a:xfrm>
                  <a:off x="7688583" y="10203807"/>
                  <a:ext cx="307777" cy="307777"/>
                </a:xfrm>
                <a:prstGeom prst="ellipse">
                  <a:avLst/>
                </a:prstGeom>
                <a:grpFill/>
                <a:ln w="15425" cap="flat" cmpd="sng">
                  <a:solidFill>
                    <a:srgbClr val="082836"/>
                  </a:solidFill>
                  <a:prstDash val="solid"/>
                  <a:miter lim="800000"/>
                  <a:headEnd type="none" w="sm" len="sm"/>
                  <a:tailEnd type="none" w="sm" len="sm"/>
                </a:ln>
              </p:spPr>
              <p:txBody>
                <a:bodyPr spcFirstLastPara="1" wrap="square" lIns="0" tIns="0" rIns="0" bIns="0" anchor="ctr" anchorCtr="0">
                  <a:noAutofit/>
                </a:bodyPr>
                <a:lstStyle/>
                <a:p>
                  <a:pPr marL="0" marR="0" lvl="0" indent="0" algn="ctr" rtl="0">
                    <a:spcBef>
                      <a:spcPts val="0"/>
                    </a:spcBef>
                    <a:spcAft>
                      <a:spcPts val="0"/>
                    </a:spcAft>
                    <a:buNone/>
                  </a:pPr>
                  <a:r>
                    <a:rPr lang="en-GB" sz="900" dirty="0">
                      <a:solidFill>
                        <a:schemeClr val="lt1"/>
                      </a:solidFill>
                    </a:rPr>
                    <a:t>L2</a:t>
                  </a:r>
                  <a:endParaRPr lang="en-GB" sz="900" dirty="0">
                    <a:solidFill>
                      <a:schemeClr val="lt1"/>
                    </a:solidFill>
                    <a:latin typeface="Arial"/>
                    <a:ea typeface="Arial"/>
                    <a:cs typeface="Arial"/>
                    <a:sym typeface="Arial"/>
                  </a:endParaRPr>
                </a:p>
              </p:txBody>
            </p:sp>
            <p:cxnSp>
              <p:nvCxnSpPr>
                <p:cNvPr id="558" name="Straight Connector 557">
                  <a:extLst>
                    <a:ext uri="{FF2B5EF4-FFF2-40B4-BE49-F238E27FC236}">
                      <a16:creationId xmlns:a16="http://schemas.microsoft.com/office/drawing/2014/main" id="{BF8879F9-27B3-2295-6812-D0FDC2650936}"/>
                    </a:ext>
                  </a:extLst>
                </p:cNvPr>
                <p:cNvCxnSpPr>
                  <a:cxnSpLocks/>
                </p:cNvCxnSpPr>
                <p:nvPr/>
              </p:nvCxnSpPr>
              <p:spPr>
                <a:xfrm>
                  <a:off x="7520328" y="10348446"/>
                  <a:ext cx="220965" cy="0"/>
                </a:xfrm>
                <a:prstGeom prst="line">
                  <a:avLst/>
                </a:prstGeom>
                <a:grpFill/>
                <a:ln w="38100">
                  <a:headEnd type="none" w="med" len="med"/>
                  <a:tailEnd type="triangle" w="med" len="med"/>
                </a:ln>
              </p:spPr>
              <p:style>
                <a:lnRef idx="1">
                  <a:schemeClr val="dk1"/>
                </a:lnRef>
                <a:fillRef idx="0">
                  <a:schemeClr val="dk1"/>
                </a:fillRef>
                <a:effectRef idx="0">
                  <a:schemeClr val="dk1"/>
                </a:effectRef>
                <a:fontRef idx="minor">
                  <a:schemeClr val="tx1"/>
                </a:fontRef>
              </p:style>
            </p:cxnSp>
          </p:grpSp>
        </p:grpSp>
        <p:grpSp>
          <p:nvGrpSpPr>
            <p:cNvPr id="547" name="Group 546">
              <a:extLst>
                <a:ext uri="{FF2B5EF4-FFF2-40B4-BE49-F238E27FC236}">
                  <a16:creationId xmlns:a16="http://schemas.microsoft.com/office/drawing/2014/main" id="{CD02C7A6-74B6-F332-F590-2126697CE4C2}"/>
                </a:ext>
              </a:extLst>
            </p:cNvPr>
            <p:cNvGrpSpPr/>
            <p:nvPr/>
          </p:nvGrpSpPr>
          <p:grpSpPr>
            <a:xfrm>
              <a:off x="9211732" y="5391841"/>
              <a:ext cx="1150597" cy="182203"/>
              <a:chOff x="-3856755" y="-1808920"/>
              <a:chExt cx="1322226" cy="234148"/>
            </a:xfrm>
          </p:grpSpPr>
          <p:sp>
            <p:nvSpPr>
              <p:cNvPr id="548" name="Google Shape;204;p27">
                <a:extLst>
                  <a:ext uri="{FF2B5EF4-FFF2-40B4-BE49-F238E27FC236}">
                    <a16:creationId xmlns:a16="http://schemas.microsoft.com/office/drawing/2014/main" id="{7CF92F2B-8DB4-C6C9-1B48-7667C66BC49E}"/>
                  </a:ext>
                </a:extLst>
              </p:cNvPr>
              <p:cNvSpPr/>
              <p:nvPr/>
            </p:nvSpPr>
            <p:spPr>
              <a:xfrm>
                <a:off x="-3856755" y="-1808920"/>
                <a:ext cx="427572" cy="234148"/>
              </a:xfrm>
              <a:prstGeom prst="rect">
                <a:avLst/>
              </a:prstGeom>
              <a:solidFill>
                <a:srgbClr val="BEF2C7">
                  <a:alpha val="31760"/>
                </a:srgbClr>
              </a:solidFill>
              <a:ln w="17975" cap="flat" cmpd="sng">
                <a:solidFill>
                  <a:srgbClr val="082836"/>
                </a:solidFill>
                <a:prstDash val="solid"/>
                <a:miter lim="800000"/>
                <a:headEnd type="none" w="sm" len="sm"/>
                <a:tailEnd type="none" w="sm" len="sm"/>
              </a:ln>
            </p:spPr>
            <p:txBody>
              <a:bodyPr spcFirstLastPara="1" wrap="square" lIns="64700" tIns="32350" rIns="64700" bIns="32350" anchor="t" anchorCtr="0">
                <a:noAutofit/>
              </a:bodyPr>
              <a:lstStyle/>
              <a:p>
                <a:pPr marL="0" marR="0" lvl="0" indent="0" algn="l" rtl="0">
                  <a:spcBef>
                    <a:spcPts val="0"/>
                  </a:spcBef>
                  <a:spcAft>
                    <a:spcPts val="0"/>
                  </a:spcAft>
                  <a:buNone/>
                </a:pPr>
                <a:endParaRPr sz="1037" dirty="0"/>
              </a:p>
            </p:txBody>
          </p:sp>
          <p:sp>
            <p:nvSpPr>
              <p:cNvPr id="549" name="Google Shape;204;p27">
                <a:extLst>
                  <a:ext uri="{FF2B5EF4-FFF2-40B4-BE49-F238E27FC236}">
                    <a16:creationId xmlns:a16="http://schemas.microsoft.com/office/drawing/2014/main" id="{DF72F3BB-5A56-CBC5-79B0-D198E3B69BEB}"/>
                  </a:ext>
                </a:extLst>
              </p:cNvPr>
              <p:cNvSpPr/>
              <p:nvPr/>
            </p:nvSpPr>
            <p:spPr>
              <a:xfrm>
                <a:off x="-2968207" y="-1808920"/>
                <a:ext cx="433678" cy="234148"/>
              </a:xfrm>
              <a:prstGeom prst="rect">
                <a:avLst/>
              </a:prstGeom>
              <a:solidFill>
                <a:srgbClr val="BEF2C7">
                  <a:alpha val="31760"/>
                </a:srgbClr>
              </a:solidFill>
              <a:ln w="17975" cap="flat" cmpd="sng">
                <a:solidFill>
                  <a:srgbClr val="082836"/>
                </a:solidFill>
                <a:prstDash val="solid"/>
                <a:miter lim="800000"/>
                <a:headEnd type="none" w="sm" len="sm"/>
                <a:tailEnd type="none" w="sm" len="sm"/>
              </a:ln>
            </p:spPr>
            <p:txBody>
              <a:bodyPr spcFirstLastPara="1" wrap="square" lIns="64700" tIns="32350" rIns="64700" bIns="32350" anchor="t" anchorCtr="0">
                <a:noAutofit/>
              </a:bodyPr>
              <a:lstStyle/>
              <a:p>
                <a:pPr marL="0" marR="0" lvl="0" indent="0" algn="l" rtl="0">
                  <a:spcBef>
                    <a:spcPts val="0"/>
                  </a:spcBef>
                  <a:spcAft>
                    <a:spcPts val="0"/>
                  </a:spcAft>
                  <a:buNone/>
                </a:pPr>
                <a:endParaRPr sz="1037" dirty="0"/>
              </a:p>
            </p:txBody>
          </p:sp>
          <p:cxnSp>
            <p:nvCxnSpPr>
              <p:cNvPr id="550" name="Straight Connector 549">
                <a:extLst>
                  <a:ext uri="{FF2B5EF4-FFF2-40B4-BE49-F238E27FC236}">
                    <a16:creationId xmlns:a16="http://schemas.microsoft.com/office/drawing/2014/main" id="{32952FD4-1AD9-99B4-1137-64152E4FAA98}"/>
                  </a:ext>
                </a:extLst>
              </p:cNvPr>
              <p:cNvCxnSpPr>
                <a:cxnSpLocks/>
              </p:cNvCxnSpPr>
              <p:nvPr/>
            </p:nvCxnSpPr>
            <p:spPr>
              <a:xfrm>
                <a:off x="-3339229" y="-1682935"/>
                <a:ext cx="220965" cy="0"/>
              </a:xfrm>
              <a:prstGeom prst="line">
                <a:avLst/>
              </a:prstGeom>
              <a:ln w="38100">
                <a:headEnd type="none" w="med" len="med"/>
                <a:tailEnd type="triangle" w="med" len="med"/>
              </a:ln>
            </p:spPr>
            <p:style>
              <a:lnRef idx="1">
                <a:schemeClr val="dk1"/>
              </a:lnRef>
              <a:fillRef idx="0">
                <a:schemeClr val="dk1"/>
              </a:fillRef>
              <a:effectRef idx="0">
                <a:schemeClr val="dk1"/>
              </a:effectRef>
              <a:fontRef idx="minor">
                <a:schemeClr val="tx1"/>
              </a:fontRef>
            </p:style>
          </p:cxnSp>
          <p:sp>
            <p:nvSpPr>
              <p:cNvPr id="551" name="Google Shape;204;p27">
                <a:extLst>
                  <a:ext uri="{FF2B5EF4-FFF2-40B4-BE49-F238E27FC236}">
                    <a16:creationId xmlns:a16="http://schemas.microsoft.com/office/drawing/2014/main" id="{73A8BEC0-B357-ADD6-62D0-5DC89B13420A}"/>
                  </a:ext>
                </a:extLst>
              </p:cNvPr>
              <p:cNvSpPr/>
              <p:nvPr/>
            </p:nvSpPr>
            <p:spPr>
              <a:xfrm>
                <a:off x="-3076656" y="-1808920"/>
                <a:ext cx="427572" cy="234148"/>
              </a:xfrm>
              <a:prstGeom prst="rect">
                <a:avLst/>
              </a:prstGeom>
              <a:noFill/>
              <a:ln w="17975" cap="flat" cmpd="sng">
                <a:solidFill>
                  <a:srgbClr val="082836"/>
                </a:solidFill>
                <a:prstDash val="sysDot"/>
                <a:miter lim="800000"/>
                <a:headEnd type="none" w="sm" len="sm"/>
                <a:tailEnd type="none" w="sm" len="sm"/>
              </a:ln>
            </p:spPr>
            <p:txBody>
              <a:bodyPr spcFirstLastPara="1" wrap="square" lIns="64700" tIns="32350" rIns="64700" bIns="32350" anchor="t" anchorCtr="0">
                <a:noAutofit/>
              </a:bodyPr>
              <a:lstStyle/>
              <a:p>
                <a:pPr marL="0" marR="0" lvl="0" indent="0" algn="l" rtl="0">
                  <a:spcBef>
                    <a:spcPts val="0"/>
                  </a:spcBef>
                  <a:spcAft>
                    <a:spcPts val="0"/>
                  </a:spcAft>
                  <a:buNone/>
                </a:pPr>
                <a:endParaRPr sz="1037" dirty="0"/>
              </a:p>
            </p:txBody>
          </p:sp>
        </p:grpSp>
      </p:grpSp>
      <p:grpSp>
        <p:nvGrpSpPr>
          <p:cNvPr id="583" name="Group 582">
            <a:extLst>
              <a:ext uri="{FF2B5EF4-FFF2-40B4-BE49-F238E27FC236}">
                <a16:creationId xmlns:a16="http://schemas.microsoft.com/office/drawing/2014/main" id="{B7CA9B3F-9F4C-67D3-084B-ABCF858FECC4}"/>
              </a:ext>
            </a:extLst>
          </p:cNvPr>
          <p:cNvGrpSpPr/>
          <p:nvPr/>
        </p:nvGrpSpPr>
        <p:grpSpPr>
          <a:xfrm>
            <a:off x="983406" y="2184729"/>
            <a:ext cx="2242266" cy="540967"/>
            <a:chOff x="983406" y="2184729"/>
            <a:chExt cx="2242266" cy="540967"/>
          </a:xfrm>
        </p:grpSpPr>
        <p:cxnSp>
          <p:nvCxnSpPr>
            <p:cNvPr id="584" name="Straight Connector 583">
              <a:extLst>
                <a:ext uri="{FF2B5EF4-FFF2-40B4-BE49-F238E27FC236}">
                  <a16:creationId xmlns:a16="http://schemas.microsoft.com/office/drawing/2014/main" id="{74540FA8-358B-5C40-F603-F764FCB6C0FC}"/>
                </a:ext>
              </a:extLst>
            </p:cNvPr>
            <p:cNvCxnSpPr>
              <a:cxnSpLocks/>
            </p:cNvCxnSpPr>
            <p:nvPr/>
          </p:nvCxnSpPr>
          <p:spPr>
            <a:xfrm>
              <a:off x="989922" y="2186168"/>
              <a:ext cx="0" cy="267025"/>
            </a:xfrm>
            <a:prstGeom prst="line">
              <a:avLst/>
            </a:prstGeom>
            <a:ln w="38100">
              <a:headEnd type="none" w="med" len="med"/>
              <a:tailEnd type="triangle" w="med" len="med"/>
            </a:ln>
          </p:spPr>
          <p:style>
            <a:lnRef idx="1">
              <a:schemeClr val="dk1"/>
            </a:lnRef>
            <a:fillRef idx="0">
              <a:schemeClr val="dk1"/>
            </a:fillRef>
            <a:effectRef idx="0">
              <a:schemeClr val="dk1"/>
            </a:effectRef>
            <a:fontRef idx="minor">
              <a:schemeClr val="tx1"/>
            </a:fontRef>
          </p:style>
        </p:cxnSp>
        <p:sp>
          <p:nvSpPr>
            <p:cNvPr id="585" name="Google Shape;216;p27">
              <a:extLst>
                <a:ext uri="{FF2B5EF4-FFF2-40B4-BE49-F238E27FC236}">
                  <a16:creationId xmlns:a16="http://schemas.microsoft.com/office/drawing/2014/main" id="{D70E22AA-52AF-4D46-637E-885BA6485AAB}"/>
                </a:ext>
              </a:extLst>
            </p:cNvPr>
            <p:cNvSpPr txBox="1"/>
            <p:nvPr/>
          </p:nvSpPr>
          <p:spPr>
            <a:xfrm>
              <a:off x="989922" y="2184729"/>
              <a:ext cx="1923900" cy="268464"/>
            </a:xfrm>
            <a:prstGeom prst="rect">
              <a:avLst/>
            </a:prstGeom>
            <a:noFill/>
            <a:ln>
              <a:noFill/>
            </a:ln>
          </p:spPr>
          <p:txBody>
            <a:bodyPr spcFirstLastPara="1" wrap="square" lIns="64700" tIns="32350" rIns="64700" bIns="32350" anchor="t" anchorCtr="0">
              <a:spAutoFit/>
            </a:bodyPr>
            <a:lstStyle/>
            <a:p>
              <a:pPr marL="0" marR="0" lvl="0" indent="0" algn="l" rtl="0">
                <a:spcBef>
                  <a:spcPts val="0"/>
                </a:spcBef>
                <a:spcAft>
                  <a:spcPts val="0"/>
                </a:spcAft>
                <a:buNone/>
              </a:pPr>
              <a:r>
                <a:rPr lang="en" sz="1320" dirty="0">
                  <a:solidFill>
                    <a:schemeClr val="dk1"/>
                  </a:solidFill>
                  <a:latin typeface="Arial"/>
                  <a:ea typeface="Arial"/>
                  <a:cs typeface="Arial"/>
                  <a:sym typeface="Arial"/>
                </a:rPr>
                <a:t>LOESS smoothing</a:t>
              </a:r>
              <a:endParaRPr sz="1037" dirty="0"/>
            </a:p>
          </p:txBody>
        </p:sp>
        <p:sp>
          <p:nvSpPr>
            <p:cNvPr id="586" name="Google Shape;219;p27">
              <a:extLst>
                <a:ext uri="{FF2B5EF4-FFF2-40B4-BE49-F238E27FC236}">
                  <a16:creationId xmlns:a16="http://schemas.microsoft.com/office/drawing/2014/main" id="{D7C9F168-C349-B066-7571-0DE2003668D2}"/>
                </a:ext>
              </a:extLst>
            </p:cNvPr>
            <p:cNvSpPr/>
            <p:nvPr/>
          </p:nvSpPr>
          <p:spPr>
            <a:xfrm>
              <a:off x="2536148" y="2211179"/>
              <a:ext cx="211019" cy="211019"/>
            </a:xfrm>
            <a:prstGeom prst="ellipse">
              <a:avLst/>
            </a:prstGeom>
            <a:solidFill>
              <a:srgbClr val="92D050"/>
            </a:solidFill>
            <a:ln w="17975" cap="flat" cmpd="sng">
              <a:solidFill>
                <a:srgbClr val="082836"/>
              </a:solidFill>
              <a:prstDash val="solid"/>
              <a:miter lim="800000"/>
              <a:headEnd type="none" w="sm" len="sm"/>
              <a:tailEnd type="none" w="sm" len="sm"/>
            </a:ln>
          </p:spPr>
          <p:txBody>
            <a:bodyPr spcFirstLastPara="1" wrap="square" lIns="64700" tIns="32350" rIns="64700" bIns="32350" anchor="ctr" anchorCtr="0">
              <a:noAutofit/>
            </a:bodyPr>
            <a:lstStyle/>
            <a:p>
              <a:pPr marL="0" marR="0" lvl="0" indent="0" algn="ctr" rtl="0">
                <a:spcBef>
                  <a:spcPts val="0"/>
                </a:spcBef>
                <a:spcAft>
                  <a:spcPts val="0"/>
                </a:spcAft>
                <a:buNone/>
              </a:pPr>
              <a:endParaRPr sz="1320" dirty="0">
                <a:solidFill>
                  <a:schemeClr val="lt1"/>
                </a:solidFill>
                <a:latin typeface="Arial"/>
                <a:ea typeface="Arial"/>
                <a:cs typeface="Arial"/>
                <a:sym typeface="Arial"/>
              </a:endParaRPr>
            </a:p>
          </p:txBody>
        </p:sp>
        <p:sp>
          <p:nvSpPr>
            <p:cNvPr id="587" name="Google Shape;219;p27">
              <a:extLst>
                <a:ext uri="{FF2B5EF4-FFF2-40B4-BE49-F238E27FC236}">
                  <a16:creationId xmlns:a16="http://schemas.microsoft.com/office/drawing/2014/main" id="{F0DF9AB8-9376-A0B7-0147-26654F56E160}"/>
                </a:ext>
              </a:extLst>
            </p:cNvPr>
            <p:cNvSpPr/>
            <p:nvPr/>
          </p:nvSpPr>
          <p:spPr>
            <a:xfrm>
              <a:off x="3008681" y="2210203"/>
              <a:ext cx="211019" cy="211019"/>
            </a:xfrm>
            <a:prstGeom prst="ellipse">
              <a:avLst/>
            </a:prstGeom>
            <a:solidFill>
              <a:srgbClr val="4285F4"/>
            </a:solidFill>
            <a:ln w="17975" cap="flat" cmpd="sng">
              <a:solidFill>
                <a:srgbClr val="082836"/>
              </a:solidFill>
              <a:prstDash val="solid"/>
              <a:miter lim="800000"/>
              <a:headEnd type="none" w="sm" len="sm"/>
              <a:tailEnd type="none" w="sm" len="sm"/>
            </a:ln>
          </p:spPr>
          <p:txBody>
            <a:bodyPr spcFirstLastPara="1" wrap="square" lIns="64700" tIns="32350" rIns="64700" bIns="32350" anchor="ctr" anchorCtr="0">
              <a:noAutofit/>
            </a:bodyPr>
            <a:lstStyle/>
            <a:p>
              <a:pPr marL="0" marR="0" lvl="0" indent="0" algn="ctr" rtl="0">
                <a:spcBef>
                  <a:spcPts val="0"/>
                </a:spcBef>
                <a:spcAft>
                  <a:spcPts val="0"/>
                </a:spcAft>
                <a:buNone/>
              </a:pPr>
              <a:endParaRPr sz="1320" dirty="0">
                <a:solidFill>
                  <a:schemeClr val="lt1"/>
                </a:solidFill>
                <a:latin typeface="Arial"/>
                <a:ea typeface="Arial"/>
                <a:cs typeface="Arial"/>
                <a:sym typeface="Arial"/>
              </a:endParaRPr>
            </a:p>
          </p:txBody>
        </p:sp>
        <p:cxnSp>
          <p:nvCxnSpPr>
            <p:cNvPr id="588" name="Straight Connector 587">
              <a:extLst>
                <a:ext uri="{FF2B5EF4-FFF2-40B4-BE49-F238E27FC236}">
                  <a16:creationId xmlns:a16="http://schemas.microsoft.com/office/drawing/2014/main" id="{8BE97209-E105-03C1-10FD-CB4DF2427FB6}"/>
                </a:ext>
              </a:extLst>
            </p:cNvPr>
            <p:cNvCxnSpPr>
              <a:cxnSpLocks/>
            </p:cNvCxnSpPr>
            <p:nvPr/>
          </p:nvCxnSpPr>
          <p:spPr>
            <a:xfrm>
              <a:off x="2773067" y="2315712"/>
              <a:ext cx="220965" cy="0"/>
            </a:xfrm>
            <a:prstGeom prst="line">
              <a:avLst/>
            </a:prstGeom>
            <a:ln w="38100">
              <a:headEnd type="none" w="med" len="med"/>
              <a:tailEnd type="triangle" w="med" len="med"/>
            </a:ln>
          </p:spPr>
          <p:style>
            <a:lnRef idx="1">
              <a:schemeClr val="dk1"/>
            </a:lnRef>
            <a:fillRef idx="0">
              <a:schemeClr val="dk1"/>
            </a:fillRef>
            <a:effectRef idx="0">
              <a:schemeClr val="dk1"/>
            </a:effectRef>
            <a:fontRef idx="minor">
              <a:schemeClr val="tx1"/>
            </a:fontRef>
          </p:style>
        </p:cxnSp>
        <p:sp>
          <p:nvSpPr>
            <p:cNvPr id="589" name="Google Shape;216;p27">
              <a:extLst>
                <a:ext uri="{FF2B5EF4-FFF2-40B4-BE49-F238E27FC236}">
                  <a16:creationId xmlns:a16="http://schemas.microsoft.com/office/drawing/2014/main" id="{D4A2C99D-C299-5616-9756-B15A120B57A9}"/>
                </a:ext>
              </a:extLst>
            </p:cNvPr>
            <p:cNvSpPr txBox="1"/>
            <p:nvPr/>
          </p:nvSpPr>
          <p:spPr>
            <a:xfrm>
              <a:off x="983406" y="2453560"/>
              <a:ext cx="1923900" cy="268464"/>
            </a:xfrm>
            <a:prstGeom prst="rect">
              <a:avLst/>
            </a:prstGeom>
            <a:noFill/>
            <a:ln>
              <a:noFill/>
            </a:ln>
          </p:spPr>
          <p:txBody>
            <a:bodyPr spcFirstLastPara="1" wrap="square" lIns="64700" tIns="32350" rIns="64700" bIns="32350" anchor="t" anchorCtr="0">
              <a:spAutoFit/>
            </a:bodyPr>
            <a:lstStyle/>
            <a:p>
              <a:pPr marL="0" marR="0" lvl="0" indent="0" algn="l" rtl="0">
                <a:spcBef>
                  <a:spcPts val="0"/>
                </a:spcBef>
                <a:spcAft>
                  <a:spcPts val="0"/>
                </a:spcAft>
                <a:buNone/>
              </a:pPr>
              <a:r>
                <a:rPr lang="en" sz="1320" dirty="0">
                  <a:solidFill>
                    <a:schemeClr val="dk1"/>
                  </a:solidFill>
                  <a:latin typeface="Arial"/>
                  <a:ea typeface="Arial"/>
                  <a:cs typeface="Arial"/>
                  <a:sym typeface="Arial"/>
                </a:rPr>
                <a:t>Exp. decay</a:t>
              </a:r>
              <a:endParaRPr sz="1037" dirty="0"/>
            </a:p>
          </p:txBody>
        </p:sp>
        <p:sp>
          <p:nvSpPr>
            <p:cNvPr id="590" name="Google Shape;219;p27">
              <a:extLst>
                <a:ext uri="{FF2B5EF4-FFF2-40B4-BE49-F238E27FC236}">
                  <a16:creationId xmlns:a16="http://schemas.microsoft.com/office/drawing/2014/main" id="{A055BBB8-6CB1-F415-8FF1-7BA8EE101EF0}"/>
                </a:ext>
              </a:extLst>
            </p:cNvPr>
            <p:cNvSpPr/>
            <p:nvPr/>
          </p:nvSpPr>
          <p:spPr>
            <a:xfrm>
              <a:off x="3014653" y="2492784"/>
              <a:ext cx="211019" cy="211019"/>
            </a:xfrm>
            <a:prstGeom prst="ellipse">
              <a:avLst/>
            </a:prstGeom>
            <a:noFill/>
            <a:ln w="17975" cap="flat" cmpd="sng">
              <a:solidFill>
                <a:schemeClr val="tx1"/>
              </a:solidFill>
              <a:prstDash val="sysDot"/>
              <a:miter lim="800000"/>
              <a:headEnd type="none" w="sm" len="sm"/>
              <a:tailEnd type="none" w="sm" len="sm"/>
            </a:ln>
          </p:spPr>
          <p:txBody>
            <a:bodyPr spcFirstLastPara="1" wrap="square" lIns="0" tIns="0" rIns="0" bIns="0" anchor="ctr" anchorCtr="0">
              <a:noAutofit/>
            </a:bodyPr>
            <a:lstStyle/>
            <a:p>
              <a:pPr marL="0" marR="0" lvl="0" indent="0" algn="ctr" rtl="0">
                <a:spcBef>
                  <a:spcPts val="0"/>
                </a:spcBef>
                <a:spcAft>
                  <a:spcPts val="0"/>
                </a:spcAft>
                <a:buNone/>
              </a:pPr>
              <a:r>
                <a:rPr lang="en-US" sz="700" dirty="0">
                  <a:solidFill>
                    <a:schemeClr val="tx1"/>
                  </a:solidFill>
                  <a:latin typeface="Arial"/>
                  <a:ea typeface="Arial"/>
                  <a:cs typeface="Arial"/>
                  <a:sym typeface="Arial"/>
                </a:rPr>
                <a:t>L0</a:t>
              </a:r>
              <a:endParaRPr sz="700" dirty="0">
                <a:solidFill>
                  <a:schemeClr val="tx1"/>
                </a:solidFill>
                <a:latin typeface="Arial"/>
                <a:ea typeface="Arial"/>
                <a:cs typeface="Arial"/>
                <a:sym typeface="Arial"/>
              </a:endParaRPr>
            </a:p>
          </p:txBody>
        </p:sp>
        <p:cxnSp>
          <p:nvCxnSpPr>
            <p:cNvPr id="591" name="Straight Connector 590">
              <a:extLst>
                <a:ext uri="{FF2B5EF4-FFF2-40B4-BE49-F238E27FC236}">
                  <a16:creationId xmlns:a16="http://schemas.microsoft.com/office/drawing/2014/main" id="{9462E4A1-FE05-4270-EE12-F5559F06005D}"/>
                </a:ext>
              </a:extLst>
            </p:cNvPr>
            <p:cNvCxnSpPr>
              <a:cxnSpLocks/>
            </p:cNvCxnSpPr>
            <p:nvPr/>
          </p:nvCxnSpPr>
          <p:spPr>
            <a:xfrm>
              <a:off x="2779039" y="2598293"/>
              <a:ext cx="220965" cy="0"/>
            </a:xfrm>
            <a:prstGeom prst="line">
              <a:avLst/>
            </a:prstGeom>
            <a:ln w="38100">
              <a:headEnd type="none" w="med" len="med"/>
              <a:tailEnd type="triangle" w="med" len="med"/>
            </a:ln>
          </p:spPr>
          <p:style>
            <a:lnRef idx="1">
              <a:schemeClr val="dk1"/>
            </a:lnRef>
            <a:fillRef idx="0">
              <a:schemeClr val="dk1"/>
            </a:fillRef>
            <a:effectRef idx="0">
              <a:schemeClr val="dk1"/>
            </a:effectRef>
            <a:fontRef idx="minor">
              <a:schemeClr val="tx1"/>
            </a:fontRef>
          </p:style>
        </p:cxnSp>
        <p:sp>
          <p:nvSpPr>
            <p:cNvPr id="592" name="Google Shape;219;p27">
              <a:extLst>
                <a:ext uri="{FF2B5EF4-FFF2-40B4-BE49-F238E27FC236}">
                  <a16:creationId xmlns:a16="http://schemas.microsoft.com/office/drawing/2014/main" id="{C888E1B1-2B31-3B51-23BF-135AE894731F}"/>
                </a:ext>
              </a:extLst>
            </p:cNvPr>
            <p:cNvSpPr/>
            <p:nvPr/>
          </p:nvSpPr>
          <p:spPr>
            <a:xfrm>
              <a:off x="2538889" y="2492784"/>
              <a:ext cx="211019" cy="211019"/>
            </a:xfrm>
            <a:prstGeom prst="ellipse">
              <a:avLst/>
            </a:prstGeom>
            <a:noFill/>
            <a:ln w="17975" cap="flat" cmpd="sng">
              <a:solidFill>
                <a:schemeClr val="tx1"/>
              </a:solidFill>
              <a:prstDash val="sysDot"/>
              <a:miter lim="800000"/>
              <a:headEnd type="none" w="sm" len="sm"/>
              <a:tailEnd type="none" w="sm" len="sm"/>
            </a:ln>
          </p:spPr>
          <p:txBody>
            <a:bodyPr spcFirstLastPara="1" wrap="square" lIns="0" tIns="0" rIns="0" bIns="0" anchor="ctr" anchorCtr="0">
              <a:noAutofit/>
            </a:bodyPr>
            <a:lstStyle/>
            <a:p>
              <a:pPr marL="0" marR="0" lvl="0" indent="0" algn="ctr" rtl="0">
                <a:spcBef>
                  <a:spcPts val="0"/>
                </a:spcBef>
                <a:spcAft>
                  <a:spcPts val="0"/>
                </a:spcAft>
                <a:buNone/>
              </a:pPr>
              <a:r>
                <a:rPr lang="en-US" sz="700" dirty="0">
                  <a:solidFill>
                    <a:schemeClr val="tx1"/>
                  </a:solidFill>
                  <a:latin typeface="Arial"/>
                  <a:ea typeface="Arial"/>
                  <a:cs typeface="Arial"/>
                  <a:sym typeface="Arial"/>
                </a:rPr>
                <a:t>-</a:t>
              </a:r>
              <a:endParaRPr sz="700" dirty="0">
                <a:solidFill>
                  <a:schemeClr val="tx1"/>
                </a:solidFill>
                <a:latin typeface="Arial"/>
                <a:ea typeface="Arial"/>
                <a:cs typeface="Arial"/>
                <a:sym typeface="Arial"/>
              </a:endParaRPr>
            </a:p>
          </p:txBody>
        </p:sp>
        <p:cxnSp>
          <p:nvCxnSpPr>
            <p:cNvPr id="593" name="Straight Connector 592">
              <a:extLst>
                <a:ext uri="{FF2B5EF4-FFF2-40B4-BE49-F238E27FC236}">
                  <a16:creationId xmlns:a16="http://schemas.microsoft.com/office/drawing/2014/main" id="{EE960B13-5543-EFEB-1995-4D63358A625E}"/>
                </a:ext>
              </a:extLst>
            </p:cNvPr>
            <p:cNvCxnSpPr>
              <a:cxnSpLocks/>
            </p:cNvCxnSpPr>
            <p:nvPr/>
          </p:nvCxnSpPr>
          <p:spPr>
            <a:xfrm>
              <a:off x="989922" y="2458671"/>
              <a:ext cx="0" cy="267025"/>
            </a:xfrm>
            <a:prstGeom prst="line">
              <a:avLst/>
            </a:prstGeom>
            <a:ln w="38100">
              <a:headEnd type="none" w="med" len="med"/>
              <a:tailEnd type="triangle" w="med" len="med"/>
            </a:ln>
          </p:spPr>
          <p:style>
            <a:lnRef idx="1">
              <a:schemeClr val="dk1"/>
            </a:lnRef>
            <a:fillRef idx="0">
              <a:schemeClr val="dk1"/>
            </a:fillRef>
            <a:effectRef idx="0">
              <a:schemeClr val="dk1"/>
            </a:effectRef>
            <a:fontRef idx="minor">
              <a:schemeClr val="tx1"/>
            </a:fontRef>
          </p:style>
        </p:cxnSp>
      </p:grpSp>
      <p:cxnSp>
        <p:nvCxnSpPr>
          <p:cNvPr id="595" name="Straight Connector 594">
            <a:extLst>
              <a:ext uri="{FF2B5EF4-FFF2-40B4-BE49-F238E27FC236}">
                <a16:creationId xmlns:a16="http://schemas.microsoft.com/office/drawing/2014/main" id="{4A2DA080-E750-1002-CD6A-C74B33C4E226}"/>
              </a:ext>
            </a:extLst>
          </p:cNvPr>
          <p:cNvCxnSpPr>
            <a:cxnSpLocks/>
          </p:cNvCxnSpPr>
          <p:nvPr/>
        </p:nvCxnSpPr>
        <p:spPr>
          <a:xfrm>
            <a:off x="5731255" y="7875768"/>
            <a:ext cx="0" cy="267025"/>
          </a:xfrm>
          <a:prstGeom prst="line">
            <a:avLst/>
          </a:prstGeom>
          <a:ln w="38100">
            <a:headEnd type="none" w="med" len="med"/>
            <a:tailEnd type="triangle" w="med" len="med"/>
          </a:ln>
        </p:spPr>
        <p:style>
          <a:lnRef idx="1">
            <a:schemeClr val="dk1"/>
          </a:lnRef>
          <a:fillRef idx="0">
            <a:schemeClr val="dk1"/>
          </a:fillRef>
          <a:effectRef idx="0">
            <a:schemeClr val="dk1"/>
          </a:effectRef>
          <a:fontRef idx="minor">
            <a:schemeClr val="tx1"/>
          </a:fontRef>
        </p:style>
      </p:cxnSp>
      <p:grpSp>
        <p:nvGrpSpPr>
          <p:cNvPr id="611" name="Group 610">
            <a:extLst>
              <a:ext uri="{FF2B5EF4-FFF2-40B4-BE49-F238E27FC236}">
                <a16:creationId xmlns:a16="http://schemas.microsoft.com/office/drawing/2014/main" id="{980F5F65-86F8-4F15-8374-0C093DD750F7}"/>
              </a:ext>
            </a:extLst>
          </p:cNvPr>
          <p:cNvGrpSpPr/>
          <p:nvPr/>
        </p:nvGrpSpPr>
        <p:grpSpPr>
          <a:xfrm>
            <a:off x="5724739" y="7250117"/>
            <a:ext cx="3665511" cy="1165179"/>
            <a:chOff x="5724739" y="7250117"/>
            <a:chExt cx="3665511" cy="1165179"/>
          </a:xfrm>
        </p:grpSpPr>
        <p:grpSp>
          <p:nvGrpSpPr>
            <p:cNvPr id="563" name="Group 562">
              <a:extLst>
                <a:ext uri="{FF2B5EF4-FFF2-40B4-BE49-F238E27FC236}">
                  <a16:creationId xmlns:a16="http://schemas.microsoft.com/office/drawing/2014/main" id="{8D83B9EF-0607-2E88-7EE0-17BC5D0636AC}"/>
                </a:ext>
              </a:extLst>
            </p:cNvPr>
            <p:cNvGrpSpPr/>
            <p:nvPr/>
          </p:nvGrpSpPr>
          <p:grpSpPr>
            <a:xfrm>
              <a:off x="5730531" y="7250117"/>
              <a:ext cx="3659719" cy="544043"/>
              <a:chOff x="977556" y="39692"/>
              <a:chExt cx="3659719" cy="544043"/>
            </a:xfrm>
          </p:grpSpPr>
          <p:grpSp>
            <p:nvGrpSpPr>
              <p:cNvPr id="564" name="Group 563">
                <a:extLst>
                  <a:ext uri="{FF2B5EF4-FFF2-40B4-BE49-F238E27FC236}">
                    <a16:creationId xmlns:a16="http://schemas.microsoft.com/office/drawing/2014/main" id="{DC9254A4-C7F2-764D-097F-25DF199311F3}"/>
                  </a:ext>
                </a:extLst>
              </p:cNvPr>
              <p:cNvGrpSpPr/>
              <p:nvPr/>
            </p:nvGrpSpPr>
            <p:grpSpPr>
              <a:xfrm>
                <a:off x="977556" y="39692"/>
                <a:ext cx="2229778" cy="544043"/>
                <a:chOff x="989922" y="2172418"/>
                <a:chExt cx="2229778" cy="544043"/>
              </a:xfrm>
            </p:grpSpPr>
            <p:cxnSp>
              <p:nvCxnSpPr>
                <p:cNvPr id="570" name="Straight Connector 569">
                  <a:extLst>
                    <a:ext uri="{FF2B5EF4-FFF2-40B4-BE49-F238E27FC236}">
                      <a16:creationId xmlns:a16="http://schemas.microsoft.com/office/drawing/2014/main" id="{0B01E28E-9BB6-5D40-EE8A-35AA8F016DE8}"/>
                    </a:ext>
                  </a:extLst>
                </p:cNvPr>
                <p:cNvCxnSpPr>
                  <a:cxnSpLocks/>
                </p:cNvCxnSpPr>
                <p:nvPr/>
              </p:nvCxnSpPr>
              <p:spPr>
                <a:xfrm>
                  <a:off x="989922" y="2172418"/>
                  <a:ext cx="0" cy="544043"/>
                </a:xfrm>
                <a:prstGeom prst="line">
                  <a:avLst/>
                </a:prstGeom>
                <a:ln w="38100">
                  <a:headEnd type="none" w="med" len="med"/>
                  <a:tailEnd type="triangle" w="med" len="med"/>
                </a:ln>
              </p:spPr>
              <p:style>
                <a:lnRef idx="1">
                  <a:schemeClr val="dk1"/>
                </a:lnRef>
                <a:fillRef idx="0">
                  <a:schemeClr val="dk1"/>
                </a:fillRef>
                <a:effectRef idx="0">
                  <a:schemeClr val="dk1"/>
                </a:effectRef>
                <a:fontRef idx="minor">
                  <a:schemeClr val="tx1"/>
                </a:fontRef>
              </p:style>
            </p:cxnSp>
            <p:grpSp>
              <p:nvGrpSpPr>
                <p:cNvPr id="571" name="Group 570">
                  <a:extLst>
                    <a:ext uri="{FF2B5EF4-FFF2-40B4-BE49-F238E27FC236}">
                      <a16:creationId xmlns:a16="http://schemas.microsoft.com/office/drawing/2014/main" id="{F94C8759-8640-5D7F-3220-5DDEB72A75AA}"/>
                    </a:ext>
                  </a:extLst>
                </p:cNvPr>
                <p:cNvGrpSpPr/>
                <p:nvPr/>
              </p:nvGrpSpPr>
              <p:grpSpPr>
                <a:xfrm>
                  <a:off x="989922" y="2280982"/>
                  <a:ext cx="2229778" cy="268464"/>
                  <a:chOff x="989922" y="2322547"/>
                  <a:chExt cx="2229778" cy="268464"/>
                </a:xfrm>
              </p:grpSpPr>
              <p:sp>
                <p:nvSpPr>
                  <p:cNvPr id="572" name="Google Shape;216;p27">
                    <a:extLst>
                      <a:ext uri="{FF2B5EF4-FFF2-40B4-BE49-F238E27FC236}">
                        <a16:creationId xmlns:a16="http://schemas.microsoft.com/office/drawing/2014/main" id="{9BC6A97D-BA4B-101E-DB81-127B95EFA33E}"/>
                      </a:ext>
                    </a:extLst>
                  </p:cNvPr>
                  <p:cNvSpPr txBox="1"/>
                  <p:nvPr/>
                </p:nvSpPr>
                <p:spPr>
                  <a:xfrm>
                    <a:off x="989922" y="2322547"/>
                    <a:ext cx="1923900" cy="268464"/>
                  </a:xfrm>
                  <a:prstGeom prst="rect">
                    <a:avLst/>
                  </a:prstGeom>
                  <a:noFill/>
                  <a:ln>
                    <a:noFill/>
                  </a:ln>
                </p:spPr>
                <p:txBody>
                  <a:bodyPr spcFirstLastPara="1" wrap="square" lIns="64700" tIns="32350" rIns="64700" bIns="32350" anchor="t" anchorCtr="0">
                    <a:spAutoFit/>
                  </a:bodyPr>
                  <a:lstStyle/>
                  <a:p>
                    <a:pPr marL="0" marR="0" lvl="0" indent="0" algn="l" rtl="0">
                      <a:spcBef>
                        <a:spcPts val="0"/>
                      </a:spcBef>
                      <a:spcAft>
                        <a:spcPts val="0"/>
                      </a:spcAft>
                      <a:buNone/>
                    </a:pPr>
                    <a:r>
                      <a:rPr lang="en" sz="1320" dirty="0">
                        <a:solidFill>
                          <a:schemeClr val="dk1"/>
                        </a:solidFill>
                        <a:latin typeface="Arial"/>
                        <a:ea typeface="Arial"/>
                        <a:cs typeface="Arial"/>
                        <a:sym typeface="Arial"/>
                      </a:rPr>
                      <a:t>Outlier detection</a:t>
                    </a:r>
                    <a:endParaRPr sz="1037" dirty="0"/>
                  </a:p>
                </p:txBody>
              </p:sp>
              <p:sp>
                <p:nvSpPr>
                  <p:cNvPr id="573" name="Google Shape;219;p27">
                    <a:extLst>
                      <a:ext uri="{FF2B5EF4-FFF2-40B4-BE49-F238E27FC236}">
                        <a16:creationId xmlns:a16="http://schemas.microsoft.com/office/drawing/2014/main" id="{AA8BC8D4-AF4F-F2A7-9405-DE5696820624}"/>
                      </a:ext>
                    </a:extLst>
                  </p:cNvPr>
                  <p:cNvSpPr/>
                  <p:nvPr/>
                </p:nvSpPr>
                <p:spPr>
                  <a:xfrm>
                    <a:off x="2536148" y="2348997"/>
                    <a:ext cx="211019" cy="211019"/>
                  </a:xfrm>
                  <a:prstGeom prst="ellipse">
                    <a:avLst/>
                  </a:prstGeom>
                  <a:solidFill>
                    <a:srgbClr val="92D050"/>
                  </a:solidFill>
                  <a:ln w="17975" cap="flat" cmpd="sng">
                    <a:solidFill>
                      <a:srgbClr val="082836"/>
                    </a:solidFill>
                    <a:prstDash val="solid"/>
                    <a:miter lim="800000"/>
                    <a:headEnd type="none" w="sm" len="sm"/>
                    <a:tailEnd type="none" w="sm" len="sm"/>
                  </a:ln>
                </p:spPr>
                <p:txBody>
                  <a:bodyPr spcFirstLastPara="1" wrap="square" lIns="64700" tIns="32350" rIns="64700" bIns="32350" anchor="ctr" anchorCtr="0">
                    <a:noAutofit/>
                  </a:bodyPr>
                  <a:lstStyle/>
                  <a:p>
                    <a:pPr marL="0" marR="0" lvl="0" indent="0" algn="ctr" rtl="0">
                      <a:spcBef>
                        <a:spcPts val="0"/>
                      </a:spcBef>
                      <a:spcAft>
                        <a:spcPts val="0"/>
                      </a:spcAft>
                      <a:buNone/>
                    </a:pPr>
                    <a:endParaRPr sz="1320" dirty="0">
                      <a:solidFill>
                        <a:schemeClr val="lt1"/>
                      </a:solidFill>
                      <a:latin typeface="Arial"/>
                      <a:ea typeface="Arial"/>
                      <a:cs typeface="Arial"/>
                      <a:sym typeface="Arial"/>
                    </a:endParaRPr>
                  </a:p>
                </p:txBody>
              </p:sp>
              <p:sp>
                <p:nvSpPr>
                  <p:cNvPr id="574" name="Google Shape;219;p27">
                    <a:extLst>
                      <a:ext uri="{FF2B5EF4-FFF2-40B4-BE49-F238E27FC236}">
                        <a16:creationId xmlns:a16="http://schemas.microsoft.com/office/drawing/2014/main" id="{ACBAAB11-F925-9306-553F-2B70FC66E35E}"/>
                      </a:ext>
                    </a:extLst>
                  </p:cNvPr>
                  <p:cNvSpPr/>
                  <p:nvPr/>
                </p:nvSpPr>
                <p:spPr>
                  <a:xfrm>
                    <a:off x="3008681" y="2348021"/>
                    <a:ext cx="211019" cy="211019"/>
                  </a:xfrm>
                  <a:prstGeom prst="ellipse">
                    <a:avLst/>
                  </a:prstGeom>
                  <a:noFill/>
                  <a:ln w="17975" cap="flat" cmpd="sng">
                    <a:solidFill>
                      <a:schemeClr val="tx1"/>
                    </a:solidFill>
                    <a:prstDash val="sysDot"/>
                    <a:miter lim="800000"/>
                    <a:headEnd type="none" w="sm" len="sm"/>
                    <a:tailEnd type="none" w="sm" len="sm"/>
                  </a:ln>
                </p:spPr>
                <p:txBody>
                  <a:bodyPr spcFirstLastPara="1" wrap="square" lIns="64700" tIns="32350" rIns="64700" bIns="32350" anchor="ctr" anchorCtr="0">
                    <a:noAutofit/>
                  </a:bodyPr>
                  <a:lstStyle/>
                  <a:p>
                    <a:pPr marL="0" marR="0" lvl="0" indent="0" algn="ctr" rtl="0">
                      <a:spcBef>
                        <a:spcPts val="0"/>
                      </a:spcBef>
                      <a:spcAft>
                        <a:spcPts val="0"/>
                      </a:spcAft>
                      <a:buNone/>
                    </a:pPr>
                    <a:endParaRPr sz="1320" dirty="0">
                      <a:solidFill>
                        <a:schemeClr val="lt1"/>
                      </a:solidFill>
                      <a:latin typeface="Arial"/>
                      <a:ea typeface="Arial"/>
                      <a:cs typeface="Arial"/>
                      <a:sym typeface="Arial"/>
                    </a:endParaRPr>
                  </a:p>
                </p:txBody>
              </p:sp>
              <p:cxnSp>
                <p:nvCxnSpPr>
                  <p:cNvPr id="575" name="Straight Connector 574">
                    <a:extLst>
                      <a:ext uri="{FF2B5EF4-FFF2-40B4-BE49-F238E27FC236}">
                        <a16:creationId xmlns:a16="http://schemas.microsoft.com/office/drawing/2014/main" id="{18FBD952-E724-3B1A-2957-96C7BDB395B2}"/>
                      </a:ext>
                    </a:extLst>
                  </p:cNvPr>
                  <p:cNvCxnSpPr>
                    <a:cxnSpLocks/>
                  </p:cNvCxnSpPr>
                  <p:nvPr/>
                </p:nvCxnSpPr>
                <p:spPr>
                  <a:xfrm>
                    <a:off x="2773067" y="2453530"/>
                    <a:ext cx="220965" cy="0"/>
                  </a:xfrm>
                  <a:prstGeom prst="line">
                    <a:avLst/>
                  </a:prstGeom>
                  <a:ln w="38100">
                    <a:headEnd type="none" w="med" len="med"/>
                    <a:tailEnd type="triangle" w="med" len="med"/>
                  </a:ln>
                </p:spPr>
                <p:style>
                  <a:lnRef idx="1">
                    <a:schemeClr val="dk1"/>
                  </a:lnRef>
                  <a:fillRef idx="0">
                    <a:schemeClr val="dk1"/>
                  </a:fillRef>
                  <a:effectRef idx="0">
                    <a:schemeClr val="dk1"/>
                  </a:effectRef>
                  <a:fontRef idx="minor">
                    <a:schemeClr val="tx1"/>
                  </a:fontRef>
                </p:style>
              </p:cxnSp>
            </p:grpSp>
          </p:grpSp>
          <p:grpSp>
            <p:nvGrpSpPr>
              <p:cNvPr id="565" name="Group 564">
                <a:extLst>
                  <a:ext uri="{FF2B5EF4-FFF2-40B4-BE49-F238E27FC236}">
                    <a16:creationId xmlns:a16="http://schemas.microsoft.com/office/drawing/2014/main" id="{22FEC23F-212C-C1FB-5B61-01564861D402}"/>
                  </a:ext>
                </a:extLst>
              </p:cNvPr>
              <p:cNvGrpSpPr/>
              <p:nvPr/>
            </p:nvGrpSpPr>
            <p:grpSpPr>
              <a:xfrm>
                <a:off x="3454781" y="188322"/>
                <a:ext cx="1182494" cy="182203"/>
                <a:chOff x="-3856755" y="-1808920"/>
                <a:chExt cx="1358881" cy="234148"/>
              </a:xfrm>
            </p:grpSpPr>
            <p:sp>
              <p:nvSpPr>
                <p:cNvPr id="566" name="Google Shape;204;p27">
                  <a:extLst>
                    <a:ext uri="{FF2B5EF4-FFF2-40B4-BE49-F238E27FC236}">
                      <a16:creationId xmlns:a16="http://schemas.microsoft.com/office/drawing/2014/main" id="{222F5C88-BBB2-FEBA-EFD9-F2A84947F5E4}"/>
                    </a:ext>
                  </a:extLst>
                </p:cNvPr>
                <p:cNvSpPr/>
                <p:nvPr/>
              </p:nvSpPr>
              <p:spPr>
                <a:xfrm>
                  <a:off x="-3856755" y="-1808920"/>
                  <a:ext cx="427572" cy="234148"/>
                </a:xfrm>
                <a:prstGeom prst="rect">
                  <a:avLst/>
                </a:prstGeom>
                <a:solidFill>
                  <a:srgbClr val="BEF2C7">
                    <a:alpha val="31760"/>
                  </a:srgbClr>
                </a:solidFill>
                <a:ln w="17975" cap="flat" cmpd="sng">
                  <a:solidFill>
                    <a:srgbClr val="082836"/>
                  </a:solidFill>
                  <a:prstDash val="solid"/>
                  <a:miter lim="800000"/>
                  <a:headEnd type="none" w="sm" len="sm"/>
                  <a:tailEnd type="none" w="sm" len="sm"/>
                </a:ln>
              </p:spPr>
              <p:txBody>
                <a:bodyPr spcFirstLastPara="1" wrap="square" lIns="64700" tIns="32350" rIns="64700" bIns="32350" anchor="t" anchorCtr="0">
                  <a:noAutofit/>
                </a:bodyPr>
                <a:lstStyle/>
                <a:p>
                  <a:pPr marL="0" marR="0" lvl="0" indent="0" algn="l" rtl="0">
                    <a:spcBef>
                      <a:spcPts val="0"/>
                    </a:spcBef>
                    <a:spcAft>
                      <a:spcPts val="0"/>
                    </a:spcAft>
                    <a:buNone/>
                  </a:pPr>
                  <a:endParaRPr sz="1037" dirty="0"/>
                </a:p>
              </p:txBody>
            </p:sp>
            <p:sp>
              <p:nvSpPr>
                <p:cNvPr id="567" name="Google Shape;204;p27">
                  <a:extLst>
                    <a:ext uri="{FF2B5EF4-FFF2-40B4-BE49-F238E27FC236}">
                      <a16:creationId xmlns:a16="http://schemas.microsoft.com/office/drawing/2014/main" id="{B178689D-96F9-DD72-BD4F-1EAD02A4B33E}"/>
                    </a:ext>
                  </a:extLst>
                </p:cNvPr>
                <p:cNvSpPr/>
                <p:nvPr/>
              </p:nvSpPr>
              <p:spPr>
                <a:xfrm>
                  <a:off x="-3072341" y="-1808920"/>
                  <a:ext cx="574467" cy="234148"/>
                </a:xfrm>
                <a:prstGeom prst="rect">
                  <a:avLst/>
                </a:prstGeom>
                <a:solidFill>
                  <a:srgbClr val="BEF2C7">
                    <a:alpha val="31760"/>
                  </a:srgbClr>
                </a:solidFill>
                <a:ln w="17975" cap="flat" cmpd="sng">
                  <a:solidFill>
                    <a:srgbClr val="082836"/>
                  </a:solidFill>
                  <a:prstDash val="solid"/>
                  <a:miter lim="800000"/>
                  <a:headEnd type="none" w="sm" len="sm"/>
                  <a:tailEnd type="none" w="sm" len="sm"/>
                </a:ln>
              </p:spPr>
              <p:txBody>
                <a:bodyPr spcFirstLastPara="1" wrap="square" lIns="64700" tIns="32350" rIns="64700" bIns="32350" anchor="t" anchorCtr="0">
                  <a:noAutofit/>
                </a:bodyPr>
                <a:lstStyle/>
                <a:p>
                  <a:pPr marL="0" marR="0" lvl="0" indent="0" algn="l" rtl="0">
                    <a:spcBef>
                      <a:spcPts val="0"/>
                    </a:spcBef>
                    <a:spcAft>
                      <a:spcPts val="0"/>
                    </a:spcAft>
                    <a:buNone/>
                  </a:pPr>
                  <a:endParaRPr sz="1037" dirty="0"/>
                </a:p>
              </p:txBody>
            </p:sp>
            <p:cxnSp>
              <p:nvCxnSpPr>
                <p:cNvPr id="568" name="Straight Connector 567">
                  <a:extLst>
                    <a:ext uri="{FF2B5EF4-FFF2-40B4-BE49-F238E27FC236}">
                      <a16:creationId xmlns:a16="http://schemas.microsoft.com/office/drawing/2014/main" id="{684AF4F2-982D-4019-9EF8-3C008E6D6C4A}"/>
                    </a:ext>
                  </a:extLst>
                </p:cNvPr>
                <p:cNvCxnSpPr>
                  <a:cxnSpLocks/>
                </p:cNvCxnSpPr>
                <p:nvPr/>
              </p:nvCxnSpPr>
              <p:spPr>
                <a:xfrm>
                  <a:off x="-3339229" y="-1682935"/>
                  <a:ext cx="220965" cy="0"/>
                </a:xfrm>
                <a:prstGeom prst="line">
                  <a:avLst/>
                </a:prstGeom>
                <a:ln w="38100">
                  <a:headEnd type="none" w="med" len="med"/>
                  <a:tailEnd type="triangle" w="med" len="med"/>
                </a:ln>
              </p:spPr>
              <p:style>
                <a:lnRef idx="1">
                  <a:schemeClr val="dk1"/>
                </a:lnRef>
                <a:fillRef idx="0">
                  <a:schemeClr val="dk1"/>
                </a:fillRef>
                <a:effectRef idx="0">
                  <a:schemeClr val="dk1"/>
                </a:effectRef>
                <a:fontRef idx="minor">
                  <a:schemeClr val="tx1"/>
                </a:fontRef>
              </p:style>
            </p:cxnSp>
            <p:sp>
              <p:nvSpPr>
                <p:cNvPr id="569" name="Google Shape;204;p27">
                  <a:extLst>
                    <a:ext uri="{FF2B5EF4-FFF2-40B4-BE49-F238E27FC236}">
                      <a16:creationId xmlns:a16="http://schemas.microsoft.com/office/drawing/2014/main" id="{DE7B03E5-3430-111A-04A9-99F300BC6005}"/>
                    </a:ext>
                  </a:extLst>
                </p:cNvPr>
                <p:cNvSpPr/>
                <p:nvPr/>
              </p:nvSpPr>
              <p:spPr>
                <a:xfrm>
                  <a:off x="-2930035" y="-1808920"/>
                  <a:ext cx="427572" cy="234148"/>
                </a:xfrm>
                <a:prstGeom prst="rect">
                  <a:avLst/>
                </a:prstGeom>
                <a:noFill/>
                <a:ln w="17975" cap="flat" cmpd="sng">
                  <a:solidFill>
                    <a:srgbClr val="082836"/>
                  </a:solidFill>
                  <a:prstDash val="sysDot"/>
                  <a:miter lim="800000"/>
                  <a:headEnd type="none" w="sm" len="sm"/>
                  <a:tailEnd type="none" w="sm" len="sm"/>
                </a:ln>
              </p:spPr>
              <p:txBody>
                <a:bodyPr spcFirstLastPara="1" wrap="square" lIns="64700" tIns="32350" rIns="64700" bIns="32350" anchor="t" anchorCtr="0">
                  <a:noAutofit/>
                </a:bodyPr>
                <a:lstStyle/>
                <a:p>
                  <a:pPr marL="0" marR="0" lvl="0" indent="0" algn="l" rtl="0">
                    <a:spcBef>
                      <a:spcPts val="0"/>
                    </a:spcBef>
                    <a:spcAft>
                      <a:spcPts val="0"/>
                    </a:spcAft>
                    <a:buNone/>
                  </a:pPr>
                  <a:endParaRPr sz="1037" dirty="0"/>
                </a:p>
              </p:txBody>
            </p:sp>
          </p:grpSp>
        </p:grpSp>
        <p:grpSp>
          <p:nvGrpSpPr>
            <p:cNvPr id="610" name="Group 609">
              <a:extLst>
                <a:ext uri="{FF2B5EF4-FFF2-40B4-BE49-F238E27FC236}">
                  <a16:creationId xmlns:a16="http://schemas.microsoft.com/office/drawing/2014/main" id="{977316E3-2D6F-95AF-5617-B8B6FDE51D0F}"/>
                </a:ext>
              </a:extLst>
            </p:cNvPr>
            <p:cNvGrpSpPr/>
            <p:nvPr/>
          </p:nvGrpSpPr>
          <p:grpSpPr>
            <a:xfrm>
              <a:off x="5724739" y="8143160"/>
              <a:ext cx="2242266" cy="272136"/>
              <a:chOff x="5724739" y="8143160"/>
              <a:chExt cx="2242266" cy="272136"/>
            </a:xfrm>
          </p:grpSpPr>
          <p:sp>
            <p:nvSpPr>
              <p:cNvPr id="600" name="Google Shape;216;p27">
                <a:extLst>
                  <a:ext uri="{FF2B5EF4-FFF2-40B4-BE49-F238E27FC236}">
                    <a16:creationId xmlns:a16="http://schemas.microsoft.com/office/drawing/2014/main" id="{9F974820-AAC6-0B93-4B17-5B31B96CCE4D}"/>
                  </a:ext>
                </a:extLst>
              </p:cNvPr>
              <p:cNvSpPr txBox="1"/>
              <p:nvPr/>
            </p:nvSpPr>
            <p:spPr>
              <a:xfrm>
                <a:off x="5724739" y="8143160"/>
                <a:ext cx="1923900" cy="268464"/>
              </a:xfrm>
              <a:prstGeom prst="rect">
                <a:avLst/>
              </a:prstGeom>
              <a:noFill/>
              <a:ln>
                <a:noFill/>
              </a:ln>
            </p:spPr>
            <p:txBody>
              <a:bodyPr spcFirstLastPara="1" wrap="square" lIns="64700" tIns="32350" rIns="64700" bIns="32350" anchor="t" anchorCtr="0">
                <a:spAutoFit/>
              </a:bodyPr>
              <a:lstStyle/>
              <a:p>
                <a:pPr marL="0" marR="0" lvl="0" indent="0" algn="l" rtl="0">
                  <a:spcBef>
                    <a:spcPts val="0"/>
                  </a:spcBef>
                  <a:spcAft>
                    <a:spcPts val="0"/>
                  </a:spcAft>
                  <a:buNone/>
                </a:pPr>
                <a:r>
                  <a:rPr lang="en" sz="1320" dirty="0">
                    <a:solidFill>
                      <a:schemeClr val="dk1"/>
                    </a:solidFill>
                    <a:latin typeface="Arial"/>
                    <a:ea typeface="Arial"/>
                    <a:cs typeface="Arial"/>
                    <a:sym typeface="Arial"/>
                  </a:rPr>
                  <a:t>Exp. decay</a:t>
                </a:r>
                <a:endParaRPr sz="1037" dirty="0"/>
              </a:p>
            </p:txBody>
          </p:sp>
          <p:sp>
            <p:nvSpPr>
              <p:cNvPr id="601" name="Google Shape;219;p27">
                <a:extLst>
                  <a:ext uri="{FF2B5EF4-FFF2-40B4-BE49-F238E27FC236}">
                    <a16:creationId xmlns:a16="http://schemas.microsoft.com/office/drawing/2014/main" id="{059D03DB-96FE-7020-A560-91CF6F042C2D}"/>
                  </a:ext>
                </a:extLst>
              </p:cNvPr>
              <p:cNvSpPr/>
              <p:nvPr/>
            </p:nvSpPr>
            <p:spPr>
              <a:xfrm>
                <a:off x="7755986" y="8182384"/>
                <a:ext cx="211019" cy="211019"/>
              </a:xfrm>
              <a:prstGeom prst="ellipse">
                <a:avLst/>
              </a:prstGeom>
              <a:noFill/>
              <a:ln w="17975" cap="flat" cmpd="sng">
                <a:solidFill>
                  <a:schemeClr val="tx1"/>
                </a:solidFill>
                <a:prstDash val="sysDot"/>
                <a:miter lim="800000"/>
                <a:headEnd type="none" w="sm" len="sm"/>
                <a:tailEnd type="none" w="sm" len="sm"/>
              </a:ln>
            </p:spPr>
            <p:txBody>
              <a:bodyPr spcFirstLastPara="1" wrap="square" lIns="0" tIns="0" rIns="0" bIns="0" anchor="ctr" anchorCtr="0">
                <a:noAutofit/>
              </a:bodyPr>
              <a:lstStyle/>
              <a:p>
                <a:pPr marL="0" marR="0" lvl="0" indent="0" algn="ctr" rtl="0">
                  <a:spcBef>
                    <a:spcPts val="0"/>
                  </a:spcBef>
                  <a:spcAft>
                    <a:spcPts val="0"/>
                  </a:spcAft>
                  <a:buNone/>
                </a:pPr>
                <a:r>
                  <a:rPr lang="en-US" sz="700" dirty="0">
                    <a:solidFill>
                      <a:schemeClr val="tx1"/>
                    </a:solidFill>
                    <a:latin typeface="Arial"/>
                    <a:ea typeface="Arial"/>
                    <a:cs typeface="Arial"/>
                    <a:sym typeface="Arial"/>
                  </a:rPr>
                  <a:t>L0</a:t>
                </a:r>
                <a:endParaRPr sz="700" dirty="0">
                  <a:solidFill>
                    <a:schemeClr val="tx1"/>
                  </a:solidFill>
                  <a:latin typeface="Arial"/>
                  <a:ea typeface="Arial"/>
                  <a:cs typeface="Arial"/>
                  <a:sym typeface="Arial"/>
                </a:endParaRPr>
              </a:p>
            </p:txBody>
          </p:sp>
          <p:cxnSp>
            <p:nvCxnSpPr>
              <p:cNvPr id="602" name="Straight Connector 601">
                <a:extLst>
                  <a:ext uri="{FF2B5EF4-FFF2-40B4-BE49-F238E27FC236}">
                    <a16:creationId xmlns:a16="http://schemas.microsoft.com/office/drawing/2014/main" id="{FAEA074C-4F49-1483-BBA1-7FFB906032E7}"/>
                  </a:ext>
                </a:extLst>
              </p:cNvPr>
              <p:cNvCxnSpPr>
                <a:cxnSpLocks/>
              </p:cNvCxnSpPr>
              <p:nvPr/>
            </p:nvCxnSpPr>
            <p:spPr>
              <a:xfrm>
                <a:off x="7520372" y="8287893"/>
                <a:ext cx="220965" cy="0"/>
              </a:xfrm>
              <a:prstGeom prst="line">
                <a:avLst/>
              </a:prstGeom>
              <a:ln w="38100">
                <a:headEnd type="none" w="med" len="med"/>
                <a:tailEnd type="triangle" w="med" len="med"/>
              </a:ln>
            </p:spPr>
            <p:style>
              <a:lnRef idx="1">
                <a:schemeClr val="dk1"/>
              </a:lnRef>
              <a:fillRef idx="0">
                <a:schemeClr val="dk1"/>
              </a:fillRef>
              <a:effectRef idx="0">
                <a:schemeClr val="dk1"/>
              </a:effectRef>
              <a:fontRef idx="minor">
                <a:schemeClr val="tx1"/>
              </a:fontRef>
            </p:style>
          </p:cxnSp>
          <p:sp>
            <p:nvSpPr>
              <p:cNvPr id="603" name="Google Shape;219;p27">
                <a:extLst>
                  <a:ext uri="{FF2B5EF4-FFF2-40B4-BE49-F238E27FC236}">
                    <a16:creationId xmlns:a16="http://schemas.microsoft.com/office/drawing/2014/main" id="{A64D964D-3143-1B14-6A1A-84A7B0CEB02A}"/>
                  </a:ext>
                </a:extLst>
              </p:cNvPr>
              <p:cNvSpPr/>
              <p:nvPr/>
            </p:nvSpPr>
            <p:spPr>
              <a:xfrm>
                <a:off x="7280222" y="8182384"/>
                <a:ext cx="211019" cy="211019"/>
              </a:xfrm>
              <a:prstGeom prst="ellipse">
                <a:avLst/>
              </a:prstGeom>
              <a:noFill/>
              <a:ln w="17975" cap="flat" cmpd="sng">
                <a:solidFill>
                  <a:schemeClr val="tx1"/>
                </a:solidFill>
                <a:prstDash val="sysDot"/>
                <a:miter lim="800000"/>
                <a:headEnd type="none" w="sm" len="sm"/>
                <a:tailEnd type="none" w="sm" len="sm"/>
              </a:ln>
            </p:spPr>
            <p:txBody>
              <a:bodyPr spcFirstLastPara="1" wrap="square" lIns="0" tIns="0" rIns="0" bIns="0" anchor="ctr" anchorCtr="0">
                <a:noAutofit/>
              </a:bodyPr>
              <a:lstStyle/>
              <a:p>
                <a:pPr marL="0" marR="0" lvl="0" indent="0" algn="ctr" rtl="0">
                  <a:spcBef>
                    <a:spcPts val="0"/>
                  </a:spcBef>
                  <a:spcAft>
                    <a:spcPts val="0"/>
                  </a:spcAft>
                  <a:buNone/>
                </a:pPr>
                <a:r>
                  <a:rPr lang="en-US" sz="700" dirty="0">
                    <a:solidFill>
                      <a:schemeClr val="tx1"/>
                    </a:solidFill>
                    <a:latin typeface="Arial"/>
                    <a:ea typeface="Arial"/>
                    <a:cs typeface="Arial"/>
                    <a:sym typeface="Arial"/>
                  </a:rPr>
                  <a:t>-</a:t>
                </a:r>
                <a:endParaRPr sz="700" dirty="0">
                  <a:solidFill>
                    <a:schemeClr val="tx1"/>
                  </a:solidFill>
                  <a:latin typeface="Arial"/>
                  <a:ea typeface="Arial"/>
                  <a:cs typeface="Arial"/>
                  <a:sym typeface="Arial"/>
                </a:endParaRPr>
              </a:p>
            </p:txBody>
          </p:sp>
          <p:cxnSp>
            <p:nvCxnSpPr>
              <p:cNvPr id="604" name="Straight Connector 603">
                <a:extLst>
                  <a:ext uri="{FF2B5EF4-FFF2-40B4-BE49-F238E27FC236}">
                    <a16:creationId xmlns:a16="http://schemas.microsoft.com/office/drawing/2014/main" id="{979410B7-CDDA-38E8-26C4-F8A9221EF91A}"/>
                  </a:ext>
                </a:extLst>
              </p:cNvPr>
              <p:cNvCxnSpPr>
                <a:cxnSpLocks/>
              </p:cNvCxnSpPr>
              <p:nvPr/>
            </p:nvCxnSpPr>
            <p:spPr>
              <a:xfrm>
                <a:off x="5731255" y="8148271"/>
                <a:ext cx="0" cy="267025"/>
              </a:xfrm>
              <a:prstGeom prst="line">
                <a:avLst/>
              </a:prstGeom>
              <a:ln w="38100">
                <a:headEnd type="none" w="med" len="med"/>
                <a:tailEnd type="triangle" w="med" len="med"/>
              </a:ln>
            </p:spPr>
            <p:style>
              <a:lnRef idx="1">
                <a:schemeClr val="dk1"/>
              </a:lnRef>
              <a:fillRef idx="0">
                <a:schemeClr val="dk1"/>
              </a:fillRef>
              <a:effectRef idx="0">
                <a:schemeClr val="dk1"/>
              </a:effectRef>
              <a:fontRef idx="minor">
                <a:schemeClr val="tx1"/>
              </a:fontRef>
            </p:style>
          </p:cxnSp>
        </p:grpSp>
        <p:grpSp>
          <p:nvGrpSpPr>
            <p:cNvPr id="608" name="Group 607">
              <a:extLst>
                <a:ext uri="{FF2B5EF4-FFF2-40B4-BE49-F238E27FC236}">
                  <a16:creationId xmlns:a16="http://schemas.microsoft.com/office/drawing/2014/main" id="{61467EA5-1D4C-25DC-010B-3BDE8119DF16}"/>
                </a:ext>
              </a:extLst>
            </p:cNvPr>
            <p:cNvGrpSpPr/>
            <p:nvPr/>
          </p:nvGrpSpPr>
          <p:grpSpPr>
            <a:xfrm>
              <a:off x="5731255" y="7874329"/>
              <a:ext cx="3138464" cy="268464"/>
              <a:chOff x="5731255" y="7874329"/>
              <a:chExt cx="3138464" cy="268464"/>
            </a:xfrm>
          </p:grpSpPr>
          <p:sp>
            <p:nvSpPr>
              <p:cNvPr id="596" name="Google Shape;216;p27">
                <a:extLst>
                  <a:ext uri="{FF2B5EF4-FFF2-40B4-BE49-F238E27FC236}">
                    <a16:creationId xmlns:a16="http://schemas.microsoft.com/office/drawing/2014/main" id="{81EF26CD-C590-4119-3BAA-CB07D22E323B}"/>
                  </a:ext>
                </a:extLst>
              </p:cNvPr>
              <p:cNvSpPr txBox="1"/>
              <p:nvPr/>
            </p:nvSpPr>
            <p:spPr>
              <a:xfrm>
                <a:off x="5731255" y="7874329"/>
                <a:ext cx="1923900" cy="268464"/>
              </a:xfrm>
              <a:prstGeom prst="rect">
                <a:avLst/>
              </a:prstGeom>
              <a:noFill/>
              <a:ln>
                <a:noFill/>
              </a:ln>
            </p:spPr>
            <p:txBody>
              <a:bodyPr spcFirstLastPara="1" wrap="square" lIns="64700" tIns="32350" rIns="64700" bIns="32350" anchor="t" anchorCtr="0">
                <a:spAutoFit/>
              </a:bodyPr>
              <a:lstStyle/>
              <a:p>
                <a:pPr marL="0" marR="0" lvl="0" indent="0" algn="l" rtl="0">
                  <a:spcBef>
                    <a:spcPts val="0"/>
                  </a:spcBef>
                  <a:spcAft>
                    <a:spcPts val="0"/>
                  </a:spcAft>
                  <a:buNone/>
                </a:pPr>
                <a:r>
                  <a:rPr lang="en" sz="1320" dirty="0">
                    <a:solidFill>
                      <a:schemeClr val="dk1"/>
                    </a:solidFill>
                    <a:latin typeface="Arial"/>
                    <a:ea typeface="Arial"/>
                    <a:cs typeface="Arial"/>
                    <a:sym typeface="Arial"/>
                  </a:rPr>
                  <a:t>LOESS smoothing</a:t>
                </a:r>
                <a:endParaRPr sz="1037" dirty="0"/>
              </a:p>
            </p:txBody>
          </p:sp>
          <p:sp>
            <p:nvSpPr>
              <p:cNvPr id="597" name="Google Shape;219;p27">
                <a:extLst>
                  <a:ext uri="{FF2B5EF4-FFF2-40B4-BE49-F238E27FC236}">
                    <a16:creationId xmlns:a16="http://schemas.microsoft.com/office/drawing/2014/main" id="{6214BC10-42ED-6218-D045-4FF5BA562696}"/>
                  </a:ext>
                </a:extLst>
              </p:cNvPr>
              <p:cNvSpPr/>
              <p:nvPr/>
            </p:nvSpPr>
            <p:spPr>
              <a:xfrm>
                <a:off x="7277481" y="7900779"/>
                <a:ext cx="211019" cy="211019"/>
              </a:xfrm>
              <a:prstGeom prst="ellipse">
                <a:avLst/>
              </a:prstGeom>
              <a:solidFill>
                <a:srgbClr val="92D050"/>
              </a:solidFill>
              <a:ln w="17975" cap="flat" cmpd="sng">
                <a:solidFill>
                  <a:srgbClr val="082836"/>
                </a:solidFill>
                <a:prstDash val="solid"/>
                <a:miter lim="800000"/>
                <a:headEnd type="none" w="sm" len="sm"/>
                <a:tailEnd type="none" w="sm" len="sm"/>
              </a:ln>
            </p:spPr>
            <p:txBody>
              <a:bodyPr spcFirstLastPara="1" wrap="square" lIns="64700" tIns="32350" rIns="64700" bIns="32350" anchor="ctr" anchorCtr="0">
                <a:noAutofit/>
              </a:bodyPr>
              <a:lstStyle/>
              <a:p>
                <a:pPr marL="0" marR="0" lvl="0" indent="0" algn="ctr" rtl="0">
                  <a:spcBef>
                    <a:spcPts val="0"/>
                  </a:spcBef>
                  <a:spcAft>
                    <a:spcPts val="0"/>
                  </a:spcAft>
                  <a:buNone/>
                </a:pPr>
                <a:endParaRPr sz="1320" dirty="0">
                  <a:solidFill>
                    <a:schemeClr val="lt1"/>
                  </a:solidFill>
                  <a:latin typeface="Arial"/>
                  <a:ea typeface="Arial"/>
                  <a:cs typeface="Arial"/>
                  <a:sym typeface="Arial"/>
                </a:endParaRPr>
              </a:p>
            </p:txBody>
          </p:sp>
          <p:sp>
            <p:nvSpPr>
              <p:cNvPr id="598" name="Google Shape;219;p27">
                <a:extLst>
                  <a:ext uri="{FF2B5EF4-FFF2-40B4-BE49-F238E27FC236}">
                    <a16:creationId xmlns:a16="http://schemas.microsoft.com/office/drawing/2014/main" id="{61269EAE-122C-AB5C-B72F-291CD36EBF64}"/>
                  </a:ext>
                </a:extLst>
              </p:cNvPr>
              <p:cNvSpPr/>
              <p:nvPr/>
            </p:nvSpPr>
            <p:spPr>
              <a:xfrm>
                <a:off x="7750014" y="7899803"/>
                <a:ext cx="211019" cy="211019"/>
              </a:xfrm>
              <a:prstGeom prst="ellipse">
                <a:avLst/>
              </a:prstGeom>
              <a:solidFill>
                <a:srgbClr val="4285F4"/>
              </a:solidFill>
              <a:ln w="17975" cap="flat" cmpd="sng">
                <a:solidFill>
                  <a:srgbClr val="082836"/>
                </a:solidFill>
                <a:prstDash val="solid"/>
                <a:miter lim="800000"/>
                <a:headEnd type="none" w="sm" len="sm"/>
                <a:tailEnd type="none" w="sm" len="sm"/>
              </a:ln>
            </p:spPr>
            <p:txBody>
              <a:bodyPr spcFirstLastPara="1" wrap="square" lIns="64700" tIns="32350" rIns="64700" bIns="32350" anchor="ctr" anchorCtr="0">
                <a:noAutofit/>
              </a:bodyPr>
              <a:lstStyle/>
              <a:p>
                <a:pPr marL="0" marR="0" lvl="0" indent="0" algn="ctr" rtl="0">
                  <a:spcBef>
                    <a:spcPts val="0"/>
                  </a:spcBef>
                  <a:spcAft>
                    <a:spcPts val="0"/>
                  </a:spcAft>
                  <a:buNone/>
                </a:pPr>
                <a:endParaRPr sz="1320" dirty="0">
                  <a:solidFill>
                    <a:schemeClr val="lt1"/>
                  </a:solidFill>
                  <a:latin typeface="Arial"/>
                  <a:ea typeface="Arial"/>
                  <a:cs typeface="Arial"/>
                  <a:sym typeface="Arial"/>
                </a:endParaRPr>
              </a:p>
            </p:txBody>
          </p:sp>
          <p:cxnSp>
            <p:nvCxnSpPr>
              <p:cNvPr id="599" name="Straight Connector 598">
                <a:extLst>
                  <a:ext uri="{FF2B5EF4-FFF2-40B4-BE49-F238E27FC236}">
                    <a16:creationId xmlns:a16="http://schemas.microsoft.com/office/drawing/2014/main" id="{280DA549-277A-604A-3479-5EF13E7748DE}"/>
                  </a:ext>
                </a:extLst>
              </p:cNvPr>
              <p:cNvCxnSpPr>
                <a:cxnSpLocks/>
              </p:cNvCxnSpPr>
              <p:nvPr/>
            </p:nvCxnSpPr>
            <p:spPr>
              <a:xfrm>
                <a:off x="7514400" y="8005312"/>
                <a:ext cx="220965" cy="0"/>
              </a:xfrm>
              <a:prstGeom prst="line">
                <a:avLst/>
              </a:prstGeom>
              <a:ln w="38100">
                <a:headEnd type="none" w="med" len="med"/>
                <a:tailEnd type="triangle" w="med" len="med"/>
              </a:ln>
            </p:spPr>
            <p:style>
              <a:lnRef idx="1">
                <a:schemeClr val="dk1"/>
              </a:lnRef>
              <a:fillRef idx="0">
                <a:schemeClr val="dk1"/>
              </a:fillRef>
              <a:effectRef idx="0">
                <a:schemeClr val="dk1"/>
              </a:effectRef>
              <a:fontRef idx="minor">
                <a:schemeClr val="tx1"/>
              </a:fontRef>
            </p:style>
          </p:cxnSp>
          <p:sp>
            <p:nvSpPr>
              <p:cNvPr id="605" name="Google Shape;219;p27">
                <a:extLst>
                  <a:ext uri="{FF2B5EF4-FFF2-40B4-BE49-F238E27FC236}">
                    <a16:creationId xmlns:a16="http://schemas.microsoft.com/office/drawing/2014/main" id="{FA0756EE-9A92-3697-39B2-85ADFF1BA17A}"/>
                  </a:ext>
                </a:extLst>
              </p:cNvPr>
              <p:cNvSpPr/>
              <p:nvPr/>
            </p:nvSpPr>
            <p:spPr>
              <a:xfrm>
                <a:off x="8186167" y="7904549"/>
                <a:ext cx="211019" cy="211019"/>
              </a:xfrm>
              <a:prstGeom prst="ellipse">
                <a:avLst/>
              </a:prstGeom>
              <a:solidFill>
                <a:schemeClr val="accent1"/>
              </a:solidFill>
              <a:ln w="17975" cap="flat" cmpd="sng">
                <a:solidFill>
                  <a:srgbClr val="082836"/>
                </a:solidFill>
                <a:prstDash val="solid"/>
                <a:miter lim="800000"/>
                <a:headEnd type="none" w="sm" len="sm"/>
                <a:tailEnd type="none" w="sm" len="sm"/>
              </a:ln>
            </p:spPr>
            <p:txBody>
              <a:bodyPr spcFirstLastPara="1" wrap="square" lIns="64700" tIns="32350" rIns="64700" bIns="32350" anchor="ctr" anchorCtr="0">
                <a:noAutofit/>
              </a:bodyPr>
              <a:lstStyle/>
              <a:p>
                <a:pPr marL="0" marR="0" lvl="0" indent="0" algn="ctr" rtl="0">
                  <a:spcBef>
                    <a:spcPts val="0"/>
                  </a:spcBef>
                  <a:spcAft>
                    <a:spcPts val="0"/>
                  </a:spcAft>
                  <a:buNone/>
                </a:pPr>
                <a:endParaRPr sz="1320" dirty="0">
                  <a:solidFill>
                    <a:schemeClr val="lt1"/>
                  </a:solidFill>
                  <a:latin typeface="Arial"/>
                  <a:ea typeface="Arial"/>
                  <a:cs typeface="Arial"/>
                  <a:sym typeface="Arial"/>
                </a:endParaRPr>
              </a:p>
            </p:txBody>
          </p:sp>
          <p:sp>
            <p:nvSpPr>
              <p:cNvPr id="606" name="Google Shape;219;p27">
                <a:extLst>
                  <a:ext uri="{FF2B5EF4-FFF2-40B4-BE49-F238E27FC236}">
                    <a16:creationId xmlns:a16="http://schemas.microsoft.com/office/drawing/2014/main" id="{851B21AA-8DDE-FBCE-61D8-729216563FB4}"/>
                  </a:ext>
                </a:extLst>
              </p:cNvPr>
              <p:cNvSpPr/>
              <p:nvPr/>
            </p:nvSpPr>
            <p:spPr>
              <a:xfrm>
                <a:off x="8658700" y="7903573"/>
                <a:ext cx="211019" cy="211019"/>
              </a:xfrm>
              <a:prstGeom prst="ellipse">
                <a:avLst/>
              </a:prstGeom>
              <a:solidFill>
                <a:srgbClr val="4285F4"/>
              </a:solidFill>
              <a:ln w="17975" cap="flat" cmpd="sng">
                <a:solidFill>
                  <a:srgbClr val="082836"/>
                </a:solidFill>
                <a:prstDash val="solid"/>
                <a:miter lim="800000"/>
                <a:headEnd type="none" w="sm" len="sm"/>
                <a:tailEnd type="none" w="sm" len="sm"/>
              </a:ln>
            </p:spPr>
            <p:txBody>
              <a:bodyPr spcFirstLastPara="1" wrap="square" lIns="64700" tIns="32350" rIns="64700" bIns="32350" anchor="ctr" anchorCtr="0">
                <a:noAutofit/>
              </a:bodyPr>
              <a:lstStyle/>
              <a:p>
                <a:pPr marL="0" marR="0" lvl="0" indent="0" algn="ctr" rtl="0">
                  <a:spcBef>
                    <a:spcPts val="0"/>
                  </a:spcBef>
                  <a:spcAft>
                    <a:spcPts val="0"/>
                  </a:spcAft>
                  <a:buNone/>
                </a:pPr>
                <a:endParaRPr sz="1320" dirty="0">
                  <a:solidFill>
                    <a:schemeClr val="lt1"/>
                  </a:solidFill>
                  <a:latin typeface="Arial"/>
                  <a:ea typeface="Arial"/>
                  <a:cs typeface="Arial"/>
                  <a:sym typeface="Arial"/>
                </a:endParaRPr>
              </a:p>
            </p:txBody>
          </p:sp>
          <p:cxnSp>
            <p:nvCxnSpPr>
              <p:cNvPr id="607" name="Straight Connector 606">
                <a:extLst>
                  <a:ext uri="{FF2B5EF4-FFF2-40B4-BE49-F238E27FC236}">
                    <a16:creationId xmlns:a16="http://schemas.microsoft.com/office/drawing/2014/main" id="{91C26820-1A35-8C9C-8718-B2BA37472F4F}"/>
                  </a:ext>
                </a:extLst>
              </p:cNvPr>
              <p:cNvCxnSpPr>
                <a:cxnSpLocks/>
              </p:cNvCxnSpPr>
              <p:nvPr/>
            </p:nvCxnSpPr>
            <p:spPr>
              <a:xfrm>
                <a:off x="8423086" y="8009082"/>
                <a:ext cx="220965" cy="0"/>
              </a:xfrm>
              <a:prstGeom prst="line">
                <a:avLst/>
              </a:prstGeom>
              <a:ln w="38100">
                <a:headEnd type="none" w="med" len="med"/>
                <a:tailEnd type="triangle" w="med" len="med"/>
              </a:ln>
            </p:spPr>
            <p:style>
              <a:lnRef idx="1">
                <a:schemeClr val="dk1"/>
              </a:lnRef>
              <a:fillRef idx="0">
                <a:schemeClr val="dk1"/>
              </a:fillRef>
              <a:effectRef idx="0">
                <a:schemeClr val="dk1"/>
              </a:effectRef>
              <a:fontRef idx="minor">
                <a:schemeClr val="tx1"/>
              </a:fontRef>
            </p:style>
          </p:cxnSp>
        </p:grpSp>
      </p:grpSp>
      <p:grpSp>
        <p:nvGrpSpPr>
          <p:cNvPr id="640" name="Group 639">
            <a:extLst>
              <a:ext uri="{FF2B5EF4-FFF2-40B4-BE49-F238E27FC236}">
                <a16:creationId xmlns:a16="http://schemas.microsoft.com/office/drawing/2014/main" id="{EC24F8B3-7765-2138-0F88-A83DB8E501B2}"/>
              </a:ext>
            </a:extLst>
          </p:cNvPr>
          <p:cNvGrpSpPr/>
          <p:nvPr/>
        </p:nvGrpSpPr>
        <p:grpSpPr>
          <a:xfrm>
            <a:off x="5724739" y="11146256"/>
            <a:ext cx="3665511" cy="1165179"/>
            <a:chOff x="5724739" y="7250117"/>
            <a:chExt cx="3665511" cy="1165179"/>
          </a:xfrm>
        </p:grpSpPr>
        <p:grpSp>
          <p:nvGrpSpPr>
            <p:cNvPr id="641" name="Group 640">
              <a:extLst>
                <a:ext uri="{FF2B5EF4-FFF2-40B4-BE49-F238E27FC236}">
                  <a16:creationId xmlns:a16="http://schemas.microsoft.com/office/drawing/2014/main" id="{28660447-5E01-0EE5-EE06-26CD635DF18A}"/>
                </a:ext>
              </a:extLst>
            </p:cNvPr>
            <p:cNvGrpSpPr/>
            <p:nvPr/>
          </p:nvGrpSpPr>
          <p:grpSpPr>
            <a:xfrm>
              <a:off x="5730531" y="7250117"/>
              <a:ext cx="3659719" cy="544043"/>
              <a:chOff x="977556" y="39692"/>
              <a:chExt cx="3659719" cy="544043"/>
            </a:xfrm>
          </p:grpSpPr>
          <p:grpSp>
            <p:nvGrpSpPr>
              <p:cNvPr id="656" name="Group 655">
                <a:extLst>
                  <a:ext uri="{FF2B5EF4-FFF2-40B4-BE49-F238E27FC236}">
                    <a16:creationId xmlns:a16="http://schemas.microsoft.com/office/drawing/2014/main" id="{B6E1E18C-5B0C-ABD5-1204-A63CAB8D31C0}"/>
                  </a:ext>
                </a:extLst>
              </p:cNvPr>
              <p:cNvGrpSpPr/>
              <p:nvPr/>
            </p:nvGrpSpPr>
            <p:grpSpPr>
              <a:xfrm>
                <a:off x="977556" y="39692"/>
                <a:ext cx="2229778" cy="544043"/>
                <a:chOff x="989922" y="2172418"/>
                <a:chExt cx="2229778" cy="544043"/>
              </a:xfrm>
            </p:grpSpPr>
            <p:cxnSp>
              <p:nvCxnSpPr>
                <p:cNvPr id="662" name="Straight Connector 661">
                  <a:extLst>
                    <a:ext uri="{FF2B5EF4-FFF2-40B4-BE49-F238E27FC236}">
                      <a16:creationId xmlns:a16="http://schemas.microsoft.com/office/drawing/2014/main" id="{F15A3DDA-807A-15D7-8AC5-0840679B6F46}"/>
                    </a:ext>
                  </a:extLst>
                </p:cNvPr>
                <p:cNvCxnSpPr>
                  <a:cxnSpLocks/>
                </p:cNvCxnSpPr>
                <p:nvPr/>
              </p:nvCxnSpPr>
              <p:spPr>
                <a:xfrm>
                  <a:off x="989922" y="2172418"/>
                  <a:ext cx="0" cy="544043"/>
                </a:xfrm>
                <a:prstGeom prst="line">
                  <a:avLst/>
                </a:prstGeom>
                <a:ln w="38100">
                  <a:headEnd type="none" w="med" len="med"/>
                  <a:tailEnd type="triangle" w="med" len="med"/>
                </a:ln>
              </p:spPr>
              <p:style>
                <a:lnRef idx="1">
                  <a:schemeClr val="dk1"/>
                </a:lnRef>
                <a:fillRef idx="0">
                  <a:schemeClr val="dk1"/>
                </a:fillRef>
                <a:effectRef idx="0">
                  <a:schemeClr val="dk1"/>
                </a:effectRef>
                <a:fontRef idx="minor">
                  <a:schemeClr val="tx1"/>
                </a:fontRef>
              </p:style>
            </p:cxnSp>
            <p:grpSp>
              <p:nvGrpSpPr>
                <p:cNvPr id="663" name="Group 662">
                  <a:extLst>
                    <a:ext uri="{FF2B5EF4-FFF2-40B4-BE49-F238E27FC236}">
                      <a16:creationId xmlns:a16="http://schemas.microsoft.com/office/drawing/2014/main" id="{8ACF0BC5-F9AA-8397-57A1-920227ED31E9}"/>
                    </a:ext>
                  </a:extLst>
                </p:cNvPr>
                <p:cNvGrpSpPr/>
                <p:nvPr/>
              </p:nvGrpSpPr>
              <p:grpSpPr>
                <a:xfrm>
                  <a:off x="989922" y="2280982"/>
                  <a:ext cx="2229778" cy="268464"/>
                  <a:chOff x="989922" y="2322547"/>
                  <a:chExt cx="2229778" cy="268464"/>
                </a:xfrm>
              </p:grpSpPr>
              <p:sp>
                <p:nvSpPr>
                  <p:cNvPr id="664" name="Google Shape;216;p27">
                    <a:extLst>
                      <a:ext uri="{FF2B5EF4-FFF2-40B4-BE49-F238E27FC236}">
                        <a16:creationId xmlns:a16="http://schemas.microsoft.com/office/drawing/2014/main" id="{D528AE6A-E799-F1E7-89E0-18770A237827}"/>
                      </a:ext>
                    </a:extLst>
                  </p:cNvPr>
                  <p:cNvSpPr txBox="1"/>
                  <p:nvPr/>
                </p:nvSpPr>
                <p:spPr>
                  <a:xfrm>
                    <a:off x="989922" y="2322547"/>
                    <a:ext cx="1923900" cy="268464"/>
                  </a:xfrm>
                  <a:prstGeom prst="rect">
                    <a:avLst/>
                  </a:prstGeom>
                  <a:noFill/>
                  <a:ln>
                    <a:noFill/>
                  </a:ln>
                </p:spPr>
                <p:txBody>
                  <a:bodyPr spcFirstLastPara="1" wrap="square" lIns="64700" tIns="32350" rIns="64700" bIns="32350" anchor="t" anchorCtr="0">
                    <a:spAutoFit/>
                  </a:bodyPr>
                  <a:lstStyle/>
                  <a:p>
                    <a:pPr marL="0" marR="0" lvl="0" indent="0" algn="l" rtl="0">
                      <a:spcBef>
                        <a:spcPts val="0"/>
                      </a:spcBef>
                      <a:spcAft>
                        <a:spcPts val="0"/>
                      </a:spcAft>
                      <a:buNone/>
                    </a:pPr>
                    <a:r>
                      <a:rPr lang="en" sz="1320" dirty="0">
                        <a:solidFill>
                          <a:schemeClr val="dk1"/>
                        </a:solidFill>
                        <a:latin typeface="Arial"/>
                        <a:ea typeface="Arial"/>
                        <a:cs typeface="Arial"/>
                        <a:sym typeface="Arial"/>
                      </a:rPr>
                      <a:t>Outlier detection</a:t>
                    </a:r>
                    <a:endParaRPr sz="1037" dirty="0"/>
                  </a:p>
                </p:txBody>
              </p:sp>
              <p:sp>
                <p:nvSpPr>
                  <p:cNvPr id="665" name="Google Shape;219;p27">
                    <a:extLst>
                      <a:ext uri="{FF2B5EF4-FFF2-40B4-BE49-F238E27FC236}">
                        <a16:creationId xmlns:a16="http://schemas.microsoft.com/office/drawing/2014/main" id="{39E8B8E2-A12F-B6E1-C2AB-409BD422C85A}"/>
                      </a:ext>
                    </a:extLst>
                  </p:cNvPr>
                  <p:cNvSpPr/>
                  <p:nvPr/>
                </p:nvSpPr>
                <p:spPr>
                  <a:xfrm>
                    <a:off x="2536148" y="2348997"/>
                    <a:ext cx="211019" cy="211019"/>
                  </a:xfrm>
                  <a:prstGeom prst="ellipse">
                    <a:avLst/>
                  </a:prstGeom>
                  <a:solidFill>
                    <a:srgbClr val="92D050"/>
                  </a:solidFill>
                  <a:ln w="17975" cap="flat" cmpd="sng">
                    <a:solidFill>
                      <a:srgbClr val="082836"/>
                    </a:solidFill>
                    <a:prstDash val="solid"/>
                    <a:miter lim="800000"/>
                    <a:headEnd type="none" w="sm" len="sm"/>
                    <a:tailEnd type="none" w="sm" len="sm"/>
                  </a:ln>
                </p:spPr>
                <p:txBody>
                  <a:bodyPr spcFirstLastPara="1" wrap="square" lIns="64700" tIns="32350" rIns="64700" bIns="32350" anchor="ctr" anchorCtr="0">
                    <a:noAutofit/>
                  </a:bodyPr>
                  <a:lstStyle/>
                  <a:p>
                    <a:pPr marL="0" marR="0" lvl="0" indent="0" algn="ctr" rtl="0">
                      <a:spcBef>
                        <a:spcPts val="0"/>
                      </a:spcBef>
                      <a:spcAft>
                        <a:spcPts val="0"/>
                      </a:spcAft>
                      <a:buNone/>
                    </a:pPr>
                    <a:endParaRPr sz="1320" dirty="0">
                      <a:solidFill>
                        <a:schemeClr val="lt1"/>
                      </a:solidFill>
                      <a:latin typeface="Arial"/>
                      <a:ea typeface="Arial"/>
                      <a:cs typeface="Arial"/>
                      <a:sym typeface="Arial"/>
                    </a:endParaRPr>
                  </a:p>
                </p:txBody>
              </p:sp>
              <p:sp>
                <p:nvSpPr>
                  <p:cNvPr id="666" name="Google Shape;219;p27">
                    <a:extLst>
                      <a:ext uri="{FF2B5EF4-FFF2-40B4-BE49-F238E27FC236}">
                        <a16:creationId xmlns:a16="http://schemas.microsoft.com/office/drawing/2014/main" id="{50FFA581-7117-51C5-35B6-81646E0B8DF0}"/>
                      </a:ext>
                    </a:extLst>
                  </p:cNvPr>
                  <p:cNvSpPr/>
                  <p:nvPr/>
                </p:nvSpPr>
                <p:spPr>
                  <a:xfrm>
                    <a:off x="3008681" y="2348021"/>
                    <a:ext cx="211019" cy="211019"/>
                  </a:xfrm>
                  <a:prstGeom prst="ellipse">
                    <a:avLst/>
                  </a:prstGeom>
                  <a:noFill/>
                  <a:ln w="17975" cap="flat" cmpd="sng">
                    <a:solidFill>
                      <a:schemeClr val="tx1"/>
                    </a:solidFill>
                    <a:prstDash val="sysDot"/>
                    <a:miter lim="800000"/>
                    <a:headEnd type="none" w="sm" len="sm"/>
                    <a:tailEnd type="none" w="sm" len="sm"/>
                  </a:ln>
                </p:spPr>
                <p:txBody>
                  <a:bodyPr spcFirstLastPara="1" wrap="square" lIns="64700" tIns="32350" rIns="64700" bIns="32350" anchor="ctr" anchorCtr="0">
                    <a:noAutofit/>
                  </a:bodyPr>
                  <a:lstStyle/>
                  <a:p>
                    <a:pPr marL="0" marR="0" lvl="0" indent="0" algn="ctr" rtl="0">
                      <a:spcBef>
                        <a:spcPts val="0"/>
                      </a:spcBef>
                      <a:spcAft>
                        <a:spcPts val="0"/>
                      </a:spcAft>
                      <a:buNone/>
                    </a:pPr>
                    <a:endParaRPr sz="1320" dirty="0">
                      <a:solidFill>
                        <a:schemeClr val="lt1"/>
                      </a:solidFill>
                      <a:latin typeface="Arial"/>
                      <a:ea typeface="Arial"/>
                      <a:cs typeface="Arial"/>
                      <a:sym typeface="Arial"/>
                    </a:endParaRPr>
                  </a:p>
                </p:txBody>
              </p:sp>
              <p:cxnSp>
                <p:nvCxnSpPr>
                  <p:cNvPr id="667" name="Straight Connector 666">
                    <a:extLst>
                      <a:ext uri="{FF2B5EF4-FFF2-40B4-BE49-F238E27FC236}">
                        <a16:creationId xmlns:a16="http://schemas.microsoft.com/office/drawing/2014/main" id="{433A653D-E039-12CD-685B-3E0D777CED34}"/>
                      </a:ext>
                    </a:extLst>
                  </p:cNvPr>
                  <p:cNvCxnSpPr>
                    <a:cxnSpLocks/>
                  </p:cNvCxnSpPr>
                  <p:nvPr/>
                </p:nvCxnSpPr>
                <p:spPr>
                  <a:xfrm>
                    <a:off x="2773067" y="2453530"/>
                    <a:ext cx="220965" cy="0"/>
                  </a:xfrm>
                  <a:prstGeom prst="line">
                    <a:avLst/>
                  </a:prstGeom>
                  <a:ln w="38100">
                    <a:headEnd type="none" w="med" len="med"/>
                    <a:tailEnd type="triangle" w="med" len="med"/>
                  </a:ln>
                </p:spPr>
                <p:style>
                  <a:lnRef idx="1">
                    <a:schemeClr val="dk1"/>
                  </a:lnRef>
                  <a:fillRef idx="0">
                    <a:schemeClr val="dk1"/>
                  </a:fillRef>
                  <a:effectRef idx="0">
                    <a:schemeClr val="dk1"/>
                  </a:effectRef>
                  <a:fontRef idx="minor">
                    <a:schemeClr val="tx1"/>
                  </a:fontRef>
                </p:style>
              </p:cxnSp>
            </p:grpSp>
          </p:grpSp>
          <p:grpSp>
            <p:nvGrpSpPr>
              <p:cNvPr id="657" name="Group 656">
                <a:extLst>
                  <a:ext uri="{FF2B5EF4-FFF2-40B4-BE49-F238E27FC236}">
                    <a16:creationId xmlns:a16="http://schemas.microsoft.com/office/drawing/2014/main" id="{802509DD-4EC8-9922-934E-699B69BE94E8}"/>
                  </a:ext>
                </a:extLst>
              </p:cNvPr>
              <p:cNvGrpSpPr/>
              <p:nvPr/>
            </p:nvGrpSpPr>
            <p:grpSpPr>
              <a:xfrm>
                <a:off x="3454781" y="188322"/>
                <a:ext cx="1182494" cy="182203"/>
                <a:chOff x="-3856755" y="-1808920"/>
                <a:chExt cx="1358881" cy="234148"/>
              </a:xfrm>
            </p:grpSpPr>
            <p:sp>
              <p:nvSpPr>
                <p:cNvPr id="658" name="Google Shape;204;p27">
                  <a:extLst>
                    <a:ext uri="{FF2B5EF4-FFF2-40B4-BE49-F238E27FC236}">
                      <a16:creationId xmlns:a16="http://schemas.microsoft.com/office/drawing/2014/main" id="{89F702E0-2C04-33F6-6B4F-04E40CDF66D2}"/>
                    </a:ext>
                  </a:extLst>
                </p:cNvPr>
                <p:cNvSpPr/>
                <p:nvPr/>
              </p:nvSpPr>
              <p:spPr>
                <a:xfrm>
                  <a:off x="-3856755" y="-1808920"/>
                  <a:ext cx="427572" cy="234148"/>
                </a:xfrm>
                <a:prstGeom prst="rect">
                  <a:avLst/>
                </a:prstGeom>
                <a:solidFill>
                  <a:srgbClr val="BEF2C7">
                    <a:alpha val="31760"/>
                  </a:srgbClr>
                </a:solidFill>
                <a:ln w="17975" cap="flat" cmpd="sng">
                  <a:solidFill>
                    <a:srgbClr val="082836"/>
                  </a:solidFill>
                  <a:prstDash val="solid"/>
                  <a:miter lim="800000"/>
                  <a:headEnd type="none" w="sm" len="sm"/>
                  <a:tailEnd type="none" w="sm" len="sm"/>
                </a:ln>
              </p:spPr>
              <p:txBody>
                <a:bodyPr spcFirstLastPara="1" wrap="square" lIns="64700" tIns="32350" rIns="64700" bIns="32350" anchor="t" anchorCtr="0">
                  <a:noAutofit/>
                </a:bodyPr>
                <a:lstStyle/>
                <a:p>
                  <a:pPr marL="0" marR="0" lvl="0" indent="0" algn="l" rtl="0">
                    <a:spcBef>
                      <a:spcPts val="0"/>
                    </a:spcBef>
                    <a:spcAft>
                      <a:spcPts val="0"/>
                    </a:spcAft>
                    <a:buNone/>
                  </a:pPr>
                  <a:endParaRPr sz="1037" dirty="0"/>
                </a:p>
              </p:txBody>
            </p:sp>
            <p:sp>
              <p:nvSpPr>
                <p:cNvPr id="659" name="Google Shape;204;p27">
                  <a:extLst>
                    <a:ext uri="{FF2B5EF4-FFF2-40B4-BE49-F238E27FC236}">
                      <a16:creationId xmlns:a16="http://schemas.microsoft.com/office/drawing/2014/main" id="{63845CB2-5B27-DCA0-1F03-D2D89DF11B8D}"/>
                    </a:ext>
                  </a:extLst>
                </p:cNvPr>
                <p:cNvSpPr/>
                <p:nvPr/>
              </p:nvSpPr>
              <p:spPr>
                <a:xfrm>
                  <a:off x="-3072341" y="-1808920"/>
                  <a:ext cx="574467" cy="234148"/>
                </a:xfrm>
                <a:prstGeom prst="rect">
                  <a:avLst/>
                </a:prstGeom>
                <a:solidFill>
                  <a:srgbClr val="BEF2C7">
                    <a:alpha val="31760"/>
                  </a:srgbClr>
                </a:solidFill>
                <a:ln w="17975" cap="flat" cmpd="sng">
                  <a:solidFill>
                    <a:srgbClr val="082836"/>
                  </a:solidFill>
                  <a:prstDash val="solid"/>
                  <a:miter lim="800000"/>
                  <a:headEnd type="none" w="sm" len="sm"/>
                  <a:tailEnd type="none" w="sm" len="sm"/>
                </a:ln>
              </p:spPr>
              <p:txBody>
                <a:bodyPr spcFirstLastPara="1" wrap="square" lIns="64700" tIns="32350" rIns="64700" bIns="32350" anchor="t" anchorCtr="0">
                  <a:noAutofit/>
                </a:bodyPr>
                <a:lstStyle/>
                <a:p>
                  <a:pPr marL="0" marR="0" lvl="0" indent="0" algn="l" rtl="0">
                    <a:spcBef>
                      <a:spcPts val="0"/>
                    </a:spcBef>
                    <a:spcAft>
                      <a:spcPts val="0"/>
                    </a:spcAft>
                    <a:buNone/>
                  </a:pPr>
                  <a:endParaRPr sz="1037" dirty="0"/>
                </a:p>
              </p:txBody>
            </p:sp>
            <p:cxnSp>
              <p:nvCxnSpPr>
                <p:cNvPr id="660" name="Straight Connector 659">
                  <a:extLst>
                    <a:ext uri="{FF2B5EF4-FFF2-40B4-BE49-F238E27FC236}">
                      <a16:creationId xmlns:a16="http://schemas.microsoft.com/office/drawing/2014/main" id="{D0C0C9F6-6B2F-69D6-9A49-DBDD5166CB65}"/>
                    </a:ext>
                  </a:extLst>
                </p:cNvPr>
                <p:cNvCxnSpPr>
                  <a:cxnSpLocks/>
                </p:cNvCxnSpPr>
                <p:nvPr/>
              </p:nvCxnSpPr>
              <p:spPr>
                <a:xfrm>
                  <a:off x="-3339229" y="-1682935"/>
                  <a:ext cx="220965" cy="0"/>
                </a:xfrm>
                <a:prstGeom prst="line">
                  <a:avLst/>
                </a:prstGeom>
                <a:ln w="38100">
                  <a:headEnd type="none" w="med" len="med"/>
                  <a:tailEnd type="triangle" w="med" len="med"/>
                </a:ln>
              </p:spPr>
              <p:style>
                <a:lnRef idx="1">
                  <a:schemeClr val="dk1"/>
                </a:lnRef>
                <a:fillRef idx="0">
                  <a:schemeClr val="dk1"/>
                </a:fillRef>
                <a:effectRef idx="0">
                  <a:schemeClr val="dk1"/>
                </a:effectRef>
                <a:fontRef idx="minor">
                  <a:schemeClr val="tx1"/>
                </a:fontRef>
              </p:style>
            </p:cxnSp>
            <p:sp>
              <p:nvSpPr>
                <p:cNvPr id="661" name="Google Shape;204;p27">
                  <a:extLst>
                    <a:ext uri="{FF2B5EF4-FFF2-40B4-BE49-F238E27FC236}">
                      <a16:creationId xmlns:a16="http://schemas.microsoft.com/office/drawing/2014/main" id="{BEFBC4B3-F6E8-C486-D183-49BE42B4AA74}"/>
                    </a:ext>
                  </a:extLst>
                </p:cNvPr>
                <p:cNvSpPr/>
                <p:nvPr/>
              </p:nvSpPr>
              <p:spPr>
                <a:xfrm>
                  <a:off x="-2930035" y="-1808920"/>
                  <a:ext cx="427572" cy="234148"/>
                </a:xfrm>
                <a:prstGeom prst="rect">
                  <a:avLst/>
                </a:prstGeom>
                <a:noFill/>
                <a:ln w="17975" cap="flat" cmpd="sng">
                  <a:solidFill>
                    <a:srgbClr val="082836"/>
                  </a:solidFill>
                  <a:prstDash val="sysDot"/>
                  <a:miter lim="800000"/>
                  <a:headEnd type="none" w="sm" len="sm"/>
                  <a:tailEnd type="none" w="sm" len="sm"/>
                </a:ln>
              </p:spPr>
              <p:txBody>
                <a:bodyPr spcFirstLastPara="1" wrap="square" lIns="64700" tIns="32350" rIns="64700" bIns="32350" anchor="t" anchorCtr="0">
                  <a:noAutofit/>
                </a:bodyPr>
                <a:lstStyle/>
                <a:p>
                  <a:pPr marL="0" marR="0" lvl="0" indent="0" algn="l" rtl="0">
                    <a:spcBef>
                      <a:spcPts val="0"/>
                    </a:spcBef>
                    <a:spcAft>
                      <a:spcPts val="0"/>
                    </a:spcAft>
                    <a:buNone/>
                  </a:pPr>
                  <a:endParaRPr sz="1037" dirty="0"/>
                </a:p>
              </p:txBody>
            </p:sp>
          </p:grpSp>
        </p:grpSp>
        <p:grpSp>
          <p:nvGrpSpPr>
            <p:cNvPr id="642" name="Group 641">
              <a:extLst>
                <a:ext uri="{FF2B5EF4-FFF2-40B4-BE49-F238E27FC236}">
                  <a16:creationId xmlns:a16="http://schemas.microsoft.com/office/drawing/2014/main" id="{6FB3E8F7-052D-1C30-B6BD-41C0A871E0A9}"/>
                </a:ext>
              </a:extLst>
            </p:cNvPr>
            <p:cNvGrpSpPr/>
            <p:nvPr/>
          </p:nvGrpSpPr>
          <p:grpSpPr>
            <a:xfrm>
              <a:off x="5724739" y="8143160"/>
              <a:ext cx="2242266" cy="272136"/>
              <a:chOff x="5724739" y="8143160"/>
              <a:chExt cx="2242266" cy="272136"/>
            </a:xfrm>
          </p:grpSpPr>
          <p:sp>
            <p:nvSpPr>
              <p:cNvPr id="651" name="Google Shape;216;p27">
                <a:extLst>
                  <a:ext uri="{FF2B5EF4-FFF2-40B4-BE49-F238E27FC236}">
                    <a16:creationId xmlns:a16="http://schemas.microsoft.com/office/drawing/2014/main" id="{9BDC508C-6F75-9117-BE2B-5B40C4431930}"/>
                  </a:ext>
                </a:extLst>
              </p:cNvPr>
              <p:cNvSpPr txBox="1"/>
              <p:nvPr/>
            </p:nvSpPr>
            <p:spPr>
              <a:xfrm>
                <a:off x="5724739" y="8143160"/>
                <a:ext cx="1923900" cy="268464"/>
              </a:xfrm>
              <a:prstGeom prst="rect">
                <a:avLst/>
              </a:prstGeom>
              <a:noFill/>
              <a:ln>
                <a:noFill/>
              </a:ln>
            </p:spPr>
            <p:txBody>
              <a:bodyPr spcFirstLastPara="1" wrap="square" lIns="64700" tIns="32350" rIns="64700" bIns="32350" anchor="t" anchorCtr="0">
                <a:spAutoFit/>
              </a:bodyPr>
              <a:lstStyle/>
              <a:p>
                <a:pPr marL="0" marR="0" lvl="0" indent="0" algn="l" rtl="0">
                  <a:spcBef>
                    <a:spcPts val="0"/>
                  </a:spcBef>
                  <a:spcAft>
                    <a:spcPts val="0"/>
                  </a:spcAft>
                  <a:buNone/>
                </a:pPr>
                <a:r>
                  <a:rPr lang="en" sz="1320" dirty="0">
                    <a:solidFill>
                      <a:schemeClr val="dk1"/>
                    </a:solidFill>
                    <a:latin typeface="Arial"/>
                    <a:ea typeface="Arial"/>
                    <a:cs typeface="Arial"/>
                    <a:sym typeface="Arial"/>
                  </a:rPr>
                  <a:t>Exp. decay</a:t>
                </a:r>
                <a:endParaRPr sz="1037" dirty="0"/>
              </a:p>
            </p:txBody>
          </p:sp>
          <p:sp>
            <p:nvSpPr>
              <p:cNvPr id="652" name="Google Shape;219;p27">
                <a:extLst>
                  <a:ext uri="{FF2B5EF4-FFF2-40B4-BE49-F238E27FC236}">
                    <a16:creationId xmlns:a16="http://schemas.microsoft.com/office/drawing/2014/main" id="{E0D883F9-7788-17B5-E5A6-BFD2104B343D}"/>
                  </a:ext>
                </a:extLst>
              </p:cNvPr>
              <p:cNvSpPr/>
              <p:nvPr/>
            </p:nvSpPr>
            <p:spPr>
              <a:xfrm>
                <a:off x="7755986" y="8182384"/>
                <a:ext cx="211019" cy="211019"/>
              </a:xfrm>
              <a:prstGeom prst="ellipse">
                <a:avLst/>
              </a:prstGeom>
              <a:noFill/>
              <a:ln w="17975" cap="flat" cmpd="sng">
                <a:solidFill>
                  <a:schemeClr val="tx1"/>
                </a:solidFill>
                <a:prstDash val="sysDot"/>
                <a:miter lim="800000"/>
                <a:headEnd type="none" w="sm" len="sm"/>
                <a:tailEnd type="none" w="sm" len="sm"/>
              </a:ln>
            </p:spPr>
            <p:txBody>
              <a:bodyPr spcFirstLastPara="1" wrap="square" lIns="0" tIns="0" rIns="0" bIns="0" anchor="ctr" anchorCtr="0">
                <a:noAutofit/>
              </a:bodyPr>
              <a:lstStyle/>
              <a:p>
                <a:pPr marL="0" marR="0" lvl="0" indent="0" algn="ctr" rtl="0">
                  <a:spcBef>
                    <a:spcPts val="0"/>
                  </a:spcBef>
                  <a:spcAft>
                    <a:spcPts val="0"/>
                  </a:spcAft>
                  <a:buNone/>
                </a:pPr>
                <a:r>
                  <a:rPr lang="en-US" sz="700" dirty="0">
                    <a:solidFill>
                      <a:schemeClr val="tx1"/>
                    </a:solidFill>
                    <a:latin typeface="Arial"/>
                    <a:ea typeface="Arial"/>
                    <a:cs typeface="Arial"/>
                    <a:sym typeface="Arial"/>
                  </a:rPr>
                  <a:t>L0</a:t>
                </a:r>
                <a:endParaRPr sz="700" dirty="0">
                  <a:solidFill>
                    <a:schemeClr val="tx1"/>
                  </a:solidFill>
                  <a:latin typeface="Arial"/>
                  <a:ea typeface="Arial"/>
                  <a:cs typeface="Arial"/>
                  <a:sym typeface="Arial"/>
                </a:endParaRPr>
              </a:p>
            </p:txBody>
          </p:sp>
          <p:cxnSp>
            <p:nvCxnSpPr>
              <p:cNvPr id="653" name="Straight Connector 652">
                <a:extLst>
                  <a:ext uri="{FF2B5EF4-FFF2-40B4-BE49-F238E27FC236}">
                    <a16:creationId xmlns:a16="http://schemas.microsoft.com/office/drawing/2014/main" id="{756B0035-4D38-81F2-47EC-55B15192C121}"/>
                  </a:ext>
                </a:extLst>
              </p:cNvPr>
              <p:cNvCxnSpPr>
                <a:cxnSpLocks/>
              </p:cNvCxnSpPr>
              <p:nvPr/>
            </p:nvCxnSpPr>
            <p:spPr>
              <a:xfrm>
                <a:off x="7520372" y="8287893"/>
                <a:ext cx="220965" cy="0"/>
              </a:xfrm>
              <a:prstGeom prst="line">
                <a:avLst/>
              </a:prstGeom>
              <a:ln w="38100">
                <a:headEnd type="none" w="med" len="med"/>
                <a:tailEnd type="triangle" w="med" len="med"/>
              </a:ln>
            </p:spPr>
            <p:style>
              <a:lnRef idx="1">
                <a:schemeClr val="dk1"/>
              </a:lnRef>
              <a:fillRef idx="0">
                <a:schemeClr val="dk1"/>
              </a:fillRef>
              <a:effectRef idx="0">
                <a:schemeClr val="dk1"/>
              </a:effectRef>
              <a:fontRef idx="minor">
                <a:schemeClr val="tx1"/>
              </a:fontRef>
            </p:style>
          </p:cxnSp>
          <p:sp>
            <p:nvSpPr>
              <p:cNvPr id="654" name="Google Shape;219;p27">
                <a:extLst>
                  <a:ext uri="{FF2B5EF4-FFF2-40B4-BE49-F238E27FC236}">
                    <a16:creationId xmlns:a16="http://schemas.microsoft.com/office/drawing/2014/main" id="{454F0DF1-89EB-2228-E0C0-544E8EE82A1A}"/>
                  </a:ext>
                </a:extLst>
              </p:cNvPr>
              <p:cNvSpPr/>
              <p:nvPr/>
            </p:nvSpPr>
            <p:spPr>
              <a:xfrm>
                <a:off x="7280222" y="8182384"/>
                <a:ext cx="211019" cy="211019"/>
              </a:xfrm>
              <a:prstGeom prst="ellipse">
                <a:avLst/>
              </a:prstGeom>
              <a:noFill/>
              <a:ln w="17975" cap="flat" cmpd="sng">
                <a:solidFill>
                  <a:schemeClr val="tx1"/>
                </a:solidFill>
                <a:prstDash val="sysDot"/>
                <a:miter lim="800000"/>
                <a:headEnd type="none" w="sm" len="sm"/>
                <a:tailEnd type="none" w="sm" len="sm"/>
              </a:ln>
            </p:spPr>
            <p:txBody>
              <a:bodyPr spcFirstLastPara="1" wrap="square" lIns="0" tIns="0" rIns="0" bIns="0" anchor="ctr" anchorCtr="0">
                <a:noAutofit/>
              </a:bodyPr>
              <a:lstStyle/>
              <a:p>
                <a:pPr marL="0" marR="0" lvl="0" indent="0" algn="ctr" rtl="0">
                  <a:spcBef>
                    <a:spcPts val="0"/>
                  </a:spcBef>
                  <a:spcAft>
                    <a:spcPts val="0"/>
                  </a:spcAft>
                  <a:buNone/>
                </a:pPr>
                <a:r>
                  <a:rPr lang="en-US" sz="700" dirty="0">
                    <a:solidFill>
                      <a:schemeClr val="tx1"/>
                    </a:solidFill>
                    <a:latin typeface="Arial"/>
                    <a:ea typeface="Arial"/>
                    <a:cs typeface="Arial"/>
                    <a:sym typeface="Arial"/>
                  </a:rPr>
                  <a:t>-</a:t>
                </a:r>
                <a:endParaRPr sz="700" dirty="0">
                  <a:solidFill>
                    <a:schemeClr val="tx1"/>
                  </a:solidFill>
                  <a:latin typeface="Arial"/>
                  <a:ea typeface="Arial"/>
                  <a:cs typeface="Arial"/>
                  <a:sym typeface="Arial"/>
                </a:endParaRPr>
              </a:p>
            </p:txBody>
          </p:sp>
          <p:cxnSp>
            <p:nvCxnSpPr>
              <p:cNvPr id="655" name="Straight Connector 654">
                <a:extLst>
                  <a:ext uri="{FF2B5EF4-FFF2-40B4-BE49-F238E27FC236}">
                    <a16:creationId xmlns:a16="http://schemas.microsoft.com/office/drawing/2014/main" id="{4795256C-17CE-5FF9-1FA3-5C6E2F276A86}"/>
                  </a:ext>
                </a:extLst>
              </p:cNvPr>
              <p:cNvCxnSpPr>
                <a:cxnSpLocks/>
              </p:cNvCxnSpPr>
              <p:nvPr/>
            </p:nvCxnSpPr>
            <p:spPr>
              <a:xfrm>
                <a:off x="5731255" y="8148271"/>
                <a:ext cx="0" cy="267025"/>
              </a:xfrm>
              <a:prstGeom prst="line">
                <a:avLst/>
              </a:prstGeom>
              <a:ln w="38100">
                <a:headEnd type="none" w="med" len="med"/>
                <a:tailEnd type="triangle" w="med" len="med"/>
              </a:ln>
            </p:spPr>
            <p:style>
              <a:lnRef idx="1">
                <a:schemeClr val="dk1"/>
              </a:lnRef>
              <a:fillRef idx="0">
                <a:schemeClr val="dk1"/>
              </a:fillRef>
              <a:effectRef idx="0">
                <a:schemeClr val="dk1"/>
              </a:effectRef>
              <a:fontRef idx="minor">
                <a:schemeClr val="tx1"/>
              </a:fontRef>
            </p:style>
          </p:cxnSp>
        </p:grpSp>
        <p:grpSp>
          <p:nvGrpSpPr>
            <p:cNvPr id="643" name="Group 642">
              <a:extLst>
                <a:ext uri="{FF2B5EF4-FFF2-40B4-BE49-F238E27FC236}">
                  <a16:creationId xmlns:a16="http://schemas.microsoft.com/office/drawing/2014/main" id="{4E4E5508-4A4F-C7CE-CE1D-A1FD20323FFE}"/>
                </a:ext>
              </a:extLst>
            </p:cNvPr>
            <p:cNvGrpSpPr/>
            <p:nvPr/>
          </p:nvGrpSpPr>
          <p:grpSpPr>
            <a:xfrm>
              <a:off x="5731255" y="7874329"/>
              <a:ext cx="3138464" cy="268464"/>
              <a:chOff x="5731255" y="7874329"/>
              <a:chExt cx="3138464" cy="268464"/>
            </a:xfrm>
          </p:grpSpPr>
          <p:sp>
            <p:nvSpPr>
              <p:cNvPr id="644" name="Google Shape;216;p27">
                <a:extLst>
                  <a:ext uri="{FF2B5EF4-FFF2-40B4-BE49-F238E27FC236}">
                    <a16:creationId xmlns:a16="http://schemas.microsoft.com/office/drawing/2014/main" id="{B9E92484-890A-D706-7D32-B73436B14465}"/>
                  </a:ext>
                </a:extLst>
              </p:cNvPr>
              <p:cNvSpPr txBox="1"/>
              <p:nvPr/>
            </p:nvSpPr>
            <p:spPr>
              <a:xfrm>
                <a:off x="5731255" y="7874329"/>
                <a:ext cx="1923900" cy="268464"/>
              </a:xfrm>
              <a:prstGeom prst="rect">
                <a:avLst/>
              </a:prstGeom>
              <a:noFill/>
              <a:ln>
                <a:noFill/>
              </a:ln>
            </p:spPr>
            <p:txBody>
              <a:bodyPr spcFirstLastPara="1" wrap="square" lIns="64700" tIns="32350" rIns="64700" bIns="32350" anchor="t" anchorCtr="0">
                <a:spAutoFit/>
              </a:bodyPr>
              <a:lstStyle/>
              <a:p>
                <a:pPr marL="0" marR="0" lvl="0" indent="0" algn="l" rtl="0">
                  <a:spcBef>
                    <a:spcPts val="0"/>
                  </a:spcBef>
                  <a:spcAft>
                    <a:spcPts val="0"/>
                  </a:spcAft>
                  <a:buNone/>
                </a:pPr>
                <a:r>
                  <a:rPr lang="en" sz="1320" dirty="0">
                    <a:solidFill>
                      <a:schemeClr val="dk1"/>
                    </a:solidFill>
                    <a:latin typeface="Arial"/>
                    <a:ea typeface="Arial"/>
                    <a:cs typeface="Arial"/>
                    <a:sym typeface="Arial"/>
                  </a:rPr>
                  <a:t>LOESS smoothing</a:t>
                </a:r>
                <a:endParaRPr sz="1037" dirty="0"/>
              </a:p>
            </p:txBody>
          </p:sp>
          <p:sp>
            <p:nvSpPr>
              <p:cNvPr id="645" name="Google Shape;219;p27">
                <a:extLst>
                  <a:ext uri="{FF2B5EF4-FFF2-40B4-BE49-F238E27FC236}">
                    <a16:creationId xmlns:a16="http://schemas.microsoft.com/office/drawing/2014/main" id="{A02F7691-4D3F-F0AE-8C85-CDC397DCE789}"/>
                  </a:ext>
                </a:extLst>
              </p:cNvPr>
              <p:cNvSpPr/>
              <p:nvPr/>
            </p:nvSpPr>
            <p:spPr>
              <a:xfrm>
                <a:off x="7277481" y="7900779"/>
                <a:ext cx="211019" cy="211019"/>
              </a:xfrm>
              <a:prstGeom prst="ellipse">
                <a:avLst/>
              </a:prstGeom>
              <a:solidFill>
                <a:srgbClr val="92D050"/>
              </a:solidFill>
              <a:ln w="17975" cap="flat" cmpd="sng">
                <a:solidFill>
                  <a:srgbClr val="082836"/>
                </a:solidFill>
                <a:prstDash val="solid"/>
                <a:miter lim="800000"/>
                <a:headEnd type="none" w="sm" len="sm"/>
                <a:tailEnd type="none" w="sm" len="sm"/>
              </a:ln>
            </p:spPr>
            <p:txBody>
              <a:bodyPr spcFirstLastPara="1" wrap="square" lIns="64700" tIns="32350" rIns="64700" bIns="32350" anchor="ctr" anchorCtr="0">
                <a:noAutofit/>
              </a:bodyPr>
              <a:lstStyle/>
              <a:p>
                <a:pPr marL="0" marR="0" lvl="0" indent="0" algn="ctr" rtl="0">
                  <a:spcBef>
                    <a:spcPts val="0"/>
                  </a:spcBef>
                  <a:spcAft>
                    <a:spcPts val="0"/>
                  </a:spcAft>
                  <a:buNone/>
                </a:pPr>
                <a:endParaRPr sz="1320" dirty="0">
                  <a:solidFill>
                    <a:schemeClr val="lt1"/>
                  </a:solidFill>
                  <a:latin typeface="Arial"/>
                  <a:ea typeface="Arial"/>
                  <a:cs typeface="Arial"/>
                  <a:sym typeface="Arial"/>
                </a:endParaRPr>
              </a:p>
            </p:txBody>
          </p:sp>
          <p:sp>
            <p:nvSpPr>
              <p:cNvPr id="646" name="Google Shape;219;p27">
                <a:extLst>
                  <a:ext uri="{FF2B5EF4-FFF2-40B4-BE49-F238E27FC236}">
                    <a16:creationId xmlns:a16="http://schemas.microsoft.com/office/drawing/2014/main" id="{26AB18AA-27C4-BAB8-76E7-B608A6B69287}"/>
                  </a:ext>
                </a:extLst>
              </p:cNvPr>
              <p:cNvSpPr/>
              <p:nvPr/>
            </p:nvSpPr>
            <p:spPr>
              <a:xfrm>
                <a:off x="7750014" y="7899803"/>
                <a:ext cx="211019" cy="211019"/>
              </a:xfrm>
              <a:prstGeom prst="ellipse">
                <a:avLst/>
              </a:prstGeom>
              <a:solidFill>
                <a:srgbClr val="4285F4"/>
              </a:solidFill>
              <a:ln w="17975" cap="flat" cmpd="sng">
                <a:solidFill>
                  <a:srgbClr val="082836"/>
                </a:solidFill>
                <a:prstDash val="solid"/>
                <a:miter lim="800000"/>
                <a:headEnd type="none" w="sm" len="sm"/>
                <a:tailEnd type="none" w="sm" len="sm"/>
              </a:ln>
            </p:spPr>
            <p:txBody>
              <a:bodyPr spcFirstLastPara="1" wrap="square" lIns="64700" tIns="32350" rIns="64700" bIns="32350" anchor="ctr" anchorCtr="0">
                <a:noAutofit/>
              </a:bodyPr>
              <a:lstStyle/>
              <a:p>
                <a:pPr marL="0" marR="0" lvl="0" indent="0" algn="ctr" rtl="0">
                  <a:spcBef>
                    <a:spcPts val="0"/>
                  </a:spcBef>
                  <a:spcAft>
                    <a:spcPts val="0"/>
                  </a:spcAft>
                  <a:buNone/>
                </a:pPr>
                <a:endParaRPr sz="1320" dirty="0">
                  <a:solidFill>
                    <a:schemeClr val="lt1"/>
                  </a:solidFill>
                  <a:latin typeface="Arial"/>
                  <a:ea typeface="Arial"/>
                  <a:cs typeface="Arial"/>
                  <a:sym typeface="Arial"/>
                </a:endParaRPr>
              </a:p>
            </p:txBody>
          </p:sp>
          <p:cxnSp>
            <p:nvCxnSpPr>
              <p:cNvPr id="647" name="Straight Connector 646">
                <a:extLst>
                  <a:ext uri="{FF2B5EF4-FFF2-40B4-BE49-F238E27FC236}">
                    <a16:creationId xmlns:a16="http://schemas.microsoft.com/office/drawing/2014/main" id="{1015CC5C-FB51-8B31-4733-798B113BF7BF}"/>
                  </a:ext>
                </a:extLst>
              </p:cNvPr>
              <p:cNvCxnSpPr>
                <a:cxnSpLocks/>
              </p:cNvCxnSpPr>
              <p:nvPr/>
            </p:nvCxnSpPr>
            <p:spPr>
              <a:xfrm>
                <a:off x="7514400" y="8005312"/>
                <a:ext cx="220965" cy="0"/>
              </a:xfrm>
              <a:prstGeom prst="line">
                <a:avLst/>
              </a:prstGeom>
              <a:ln w="38100">
                <a:headEnd type="none" w="med" len="med"/>
                <a:tailEnd type="triangle" w="med" len="med"/>
              </a:ln>
            </p:spPr>
            <p:style>
              <a:lnRef idx="1">
                <a:schemeClr val="dk1"/>
              </a:lnRef>
              <a:fillRef idx="0">
                <a:schemeClr val="dk1"/>
              </a:fillRef>
              <a:effectRef idx="0">
                <a:schemeClr val="dk1"/>
              </a:effectRef>
              <a:fontRef idx="minor">
                <a:schemeClr val="tx1"/>
              </a:fontRef>
            </p:style>
          </p:cxnSp>
          <p:sp>
            <p:nvSpPr>
              <p:cNvPr id="648" name="Google Shape;219;p27">
                <a:extLst>
                  <a:ext uri="{FF2B5EF4-FFF2-40B4-BE49-F238E27FC236}">
                    <a16:creationId xmlns:a16="http://schemas.microsoft.com/office/drawing/2014/main" id="{EB76631C-FD3C-1EF3-E48F-BBDA22538056}"/>
                  </a:ext>
                </a:extLst>
              </p:cNvPr>
              <p:cNvSpPr/>
              <p:nvPr/>
            </p:nvSpPr>
            <p:spPr>
              <a:xfrm>
                <a:off x="8186167" y="7904549"/>
                <a:ext cx="211019" cy="211019"/>
              </a:xfrm>
              <a:prstGeom prst="ellipse">
                <a:avLst/>
              </a:prstGeom>
              <a:solidFill>
                <a:schemeClr val="accent1"/>
              </a:solidFill>
              <a:ln w="17975" cap="flat" cmpd="sng">
                <a:solidFill>
                  <a:srgbClr val="082836"/>
                </a:solidFill>
                <a:prstDash val="solid"/>
                <a:miter lim="800000"/>
                <a:headEnd type="none" w="sm" len="sm"/>
                <a:tailEnd type="none" w="sm" len="sm"/>
              </a:ln>
            </p:spPr>
            <p:txBody>
              <a:bodyPr spcFirstLastPara="1" wrap="square" lIns="64700" tIns="32350" rIns="64700" bIns="32350" anchor="ctr" anchorCtr="0">
                <a:noAutofit/>
              </a:bodyPr>
              <a:lstStyle/>
              <a:p>
                <a:pPr marL="0" marR="0" lvl="0" indent="0" algn="ctr" rtl="0">
                  <a:spcBef>
                    <a:spcPts val="0"/>
                  </a:spcBef>
                  <a:spcAft>
                    <a:spcPts val="0"/>
                  </a:spcAft>
                  <a:buNone/>
                </a:pPr>
                <a:endParaRPr sz="1320" dirty="0">
                  <a:solidFill>
                    <a:schemeClr val="lt1"/>
                  </a:solidFill>
                  <a:latin typeface="Arial"/>
                  <a:ea typeface="Arial"/>
                  <a:cs typeface="Arial"/>
                  <a:sym typeface="Arial"/>
                </a:endParaRPr>
              </a:p>
            </p:txBody>
          </p:sp>
          <p:sp>
            <p:nvSpPr>
              <p:cNvPr id="649" name="Google Shape;219;p27">
                <a:extLst>
                  <a:ext uri="{FF2B5EF4-FFF2-40B4-BE49-F238E27FC236}">
                    <a16:creationId xmlns:a16="http://schemas.microsoft.com/office/drawing/2014/main" id="{0CE29189-048F-1F1F-E3DB-65AFA979C124}"/>
                  </a:ext>
                </a:extLst>
              </p:cNvPr>
              <p:cNvSpPr/>
              <p:nvPr/>
            </p:nvSpPr>
            <p:spPr>
              <a:xfrm>
                <a:off x="8658700" y="7903573"/>
                <a:ext cx="211019" cy="211019"/>
              </a:xfrm>
              <a:prstGeom prst="ellipse">
                <a:avLst/>
              </a:prstGeom>
              <a:solidFill>
                <a:srgbClr val="4285F4"/>
              </a:solidFill>
              <a:ln w="17975" cap="flat" cmpd="sng">
                <a:solidFill>
                  <a:srgbClr val="082836"/>
                </a:solidFill>
                <a:prstDash val="solid"/>
                <a:miter lim="800000"/>
                <a:headEnd type="none" w="sm" len="sm"/>
                <a:tailEnd type="none" w="sm" len="sm"/>
              </a:ln>
            </p:spPr>
            <p:txBody>
              <a:bodyPr spcFirstLastPara="1" wrap="square" lIns="64700" tIns="32350" rIns="64700" bIns="32350" anchor="ctr" anchorCtr="0">
                <a:noAutofit/>
              </a:bodyPr>
              <a:lstStyle/>
              <a:p>
                <a:pPr marL="0" marR="0" lvl="0" indent="0" algn="ctr" rtl="0">
                  <a:spcBef>
                    <a:spcPts val="0"/>
                  </a:spcBef>
                  <a:spcAft>
                    <a:spcPts val="0"/>
                  </a:spcAft>
                  <a:buNone/>
                </a:pPr>
                <a:endParaRPr sz="1320" dirty="0">
                  <a:solidFill>
                    <a:schemeClr val="lt1"/>
                  </a:solidFill>
                  <a:latin typeface="Arial"/>
                  <a:ea typeface="Arial"/>
                  <a:cs typeface="Arial"/>
                  <a:sym typeface="Arial"/>
                </a:endParaRPr>
              </a:p>
            </p:txBody>
          </p:sp>
          <p:cxnSp>
            <p:nvCxnSpPr>
              <p:cNvPr id="650" name="Straight Connector 649">
                <a:extLst>
                  <a:ext uri="{FF2B5EF4-FFF2-40B4-BE49-F238E27FC236}">
                    <a16:creationId xmlns:a16="http://schemas.microsoft.com/office/drawing/2014/main" id="{704A4B90-E252-91CE-054F-C479F2992C48}"/>
                  </a:ext>
                </a:extLst>
              </p:cNvPr>
              <p:cNvCxnSpPr>
                <a:cxnSpLocks/>
              </p:cNvCxnSpPr>
              <p:nvPr/>
            </p:nvCxnSpPr>
            <p:spPr>
              <a:xfrm>
                <a:off x="8423086" y="8009082"/>
                <a:ext cx="220965" cy="0"/>
              </a:xfrm>
              <a:prstGeom prst="line">
                <a:avLst/>
              </a:prstGeom>
              <a:ln w="38100">
                <a:headEnd type="none" w="med" len="med"/>
                <a:tailEnd type="triangle" w="med" len="med"/>
              </a:ln>
            </p:spPr>
            <p:style>
              <a:lnRef idx="1">
                <a:schemeClr val="dk1"/>
              </a:lnRef>
              <a:fillRef idx="0">
                <a:schemeClr val="dk1"/>
              </a:fillRef>
              <a:effectRef idx="0">
                <a:schemeClr val="dk1"/>
              </a:effectRef>
              <a:fontRef idx="minor">
                <a:schemeClr val="tx1"/>
              </a:fontRef>
            </p:style>
          </p:cxnSp>
        </p:grpSp>
      </p:grpSp>
    </p:spTree>
    <p:extLst>
      <p:ext uri="{BB962C8B-B14F-4D97-AF65-F5344CB8AC3E}">
        <p14:creationId xmlns:p14="http://schemas.microsoft.com/office/powerpoint/2010/main" val="12959113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60"/>
        <p:cNvGrpSpPr/>
        <p:nvPr/>
      </p:nvGrpSpPr>
      <p:grpSpPr>
        <a:xfrm>
          <a:off x="0" y="0"/>
          <a:ext cx="0" cy="0"/>
          <a:chOff x="0" y="0"/>
          <a:chExt cx="0" cy="0"/>
        </a:xfrm>
      </p:grpSpPr>
      <p:sp>
        <p:nvSpPr>
          <p:cNvPr id="261" name="Google Shape;261;p3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Data pipeline, Implementation</a:t>
            </a:r>
            <a:endParaRPr/>
          </a:p>
        </p:txBody>
      </p:sp>
      <p:sp>
        <p:nvSpPr>
          <p:cNvPr id="262" name="Google Shape;262;p30"/>
          <p:cNvSpPr txBox="1">
            <a:spLocks noGrp="1"/>
          </p:cNvSpPr>
          <p:nvPr>
            <p:ph type="body" idx="1"/>
          </p:nvPr>
        </p:nvSpPr>
        <p:spPr>
          <a:xfrm>
            <a:off x="311700" y="1152475"/>
            <a:ext cx="5393400" cy="3671400"/>
          </a:xfrm>
          <a:prstGeom prst="rect">
            <a:avLst/>
          </a:prstGeom>
        </p:spPr>
        <p:txBody>
          <a:bodyPr spcFirstLastPara="1" wrap="square" lIns="91425" tIns="91425" rIns="91425" bIns="91425" anchor="t" anchorCtr="0">
            <a:normAutofit fontScale="92500" lnSpcReduction="10000"/>
          </a:bodyPr>
          <a:lstStyle/>
          <a:p>
            <a:pPr marL="0" lvl="0" indent="0" algn="l" rtl="0">
              <a:spcBef>
                <a:spcPts val="0"/>
              </a:spcBef>
              <a:spcAft>
                <a:spcPts val="0"/>
              </a:spcAft>
              <a:buNone/>
            </a:pPr>
            <a:r>
              <a:rPr lang="en"/>
              <a:t>Processing steps for continuous update:</a:t>
            </a:r>
            <a:endParaRPr/>
          </a:p>
          <a:p>
            <a:pPr marL="457200" lvl="0" indent="-342900" algn="l" rtl="0">
              <a:spcBef>
                <a:spcPts val="1200"/>
              </a:spcBef>
              <a:spcAft>
                <a:spcPts val="0"/>
              </a:spcAft>
              <a:buSzPts val="1800"/>
              <a:buAutoNum type="alphaUcPeriod"/>
            </a:pPr>
            <a:r>
              <a:rPr lang="en"/>
              <a:t>download new data (script 1)</a:t>
            </a:r>
            <a:endParaRPr/>
          </a:p>
          <a:p>
            <a:pPr marL="457200" lvl="0" indent="-342900" algn="l" rtl="0">
              <a:spcBef>
                <a:spcPts val="0"/>
              </a:spcBef>
              <a:spcAft>
                <a:spcPts val="0"/>
              </a:spcAft>
              <a:buSzPts val="1800"/>
              <a:buAutoNum type="alphaUcPeriod"/>
            </a:pPr>
            <a:r>
              <a:rPr lang="en"/>
              <a:t>process 105M pixels, </a:t>
            </a:r>
            <a:br>
              <a:rPr lang="en"/>
            </a:br>
            <a:r>
              <a:rPr lang="en"/>
              <a:t>pixel-by-pixel (script 4,5) </a:t>
            </a:r>
            <a:endParaRPr/>
          </a:p>
          <a:p>
            <a:pPr marL="457200" lvl="0" indent="-342900" algn="l" rtl="0">
              <a:spcBef>
                <a:spcPts val="0"/>
              </a:spcBef>
              <a:spcAft>
                <a:spcPts val="0"/>
              </a:spcAft>
              <a:buSzPts val="1800"/>
              <a:buAutoNum type="alphaUcPeriod"/>
            </a:pPr>
            <a:r>
              <a:rPr lang="en"/>
              <a:t>create raster map (tiff, script 6)</a:t>
            </a:r>
            <a:endParaRPr/>
          </a:p>
          <a:p>
            <a:pPr marL="0" lvl="0" indent="0" algn="l" rtl="0">
              <a:spcBef>
                <a:spcPts val="1200"/>
              </a:spcBef>
              <a:spcAft>
                <a:spcPts val="0"/>
              </a:spcAft>
              <a:buNone/>
            </a:pPr>
            <a:endParaRPr/>
          </a:p>
          <a:p>
            <a:pPr marL="0" lvl="0" indent="0" algn="l" rtl="0">
              <a:spcBef>
                <a:spcPts val="1200"/>
              </a:spcBef>
              <a:spcAft>
                <a:spcPts val="0"/>
              </a:spcAft>
              <a:buNone/>
            </a:pPr>
            <a:r>
              <a:rPr lang="en" sz="1200">
                <a:solidFill>
                  <a:srgbClr val="001080"/>
                </a:solidFill>
                <a:highlight>
                  <a:srgbClr val="FFFFFF"/>
                </a:highlight>
                <a:latin typeface="Courier New"/>
                <a:ea typeface="Courier New"/>
                <a:cs typeface="Courier New"/>
                <a:sym typeface="Courier New"/>
              </a:rPr>
              <a:t>bash 0_1_run_pipeline.sh</a:t>
            </a:r>
            <a:endParaRPr sz="1200"/>
          </a:p>
          <a:p>
            <a:pPr marL="0" lvl="0" indent="0" algn="l" rtl="0">
              <a:spcBef>
                <a:spcPts val="1200"/>
              </a:spcBef>
              <a:spcAft>
                <a:spcPts val="0"/>
              </a:spcAft>
              <a:buClr>
                <a:schemeClr val="dk1"/>
              </a:buClr>
              <a:buSzPts val="1100"/>
              <a:buFont typeface="Arial"/>
              <a:buNone/>
            </a:pPr>
            <a:r>
              <a:rPr lang="en"/>
              <a:t>Inputs: </a:t>
            </a:r>
            <a:br>
              <a:rPr lang="en"/>
            </a:br>
            <a:r>
              <a:rPr lang="en" sz="900">
                <a:solidFill>
                  <a:srgbClr val="001080"/>
                </a:solidFill>
                <a:highlight>
                  <a:srgbClr val="FFFFFF"/>
                </a:highlight>
                <a:latin typeface="Courier New"/>
                <a:ea typeface="Courier New"/>
                <a:cs typeface="Courier New"/>
                <a:sym typeface="Courier New"/>
              </a:rPr>
              <a:t>HISTO_INPUT</a:t>
            </a:r>
            <a:r>
              <a:rPr lang="en" sz="900">
                <a:solidFill>
                  <a:schemeClr val="dk1"/>
                </a:solidFill>
                <a:highlight>
                  <a:srgbClr val="FFFFFF"/>
                </a:highlight>
                <a:latin typeface="Courier New"/>
                <a:ea typeface="Courier New"/>
                <a:cs typeface="Courier New"/>
                <a:sym typeface="Courier New"/>
              </a:rPr>
              <a:t>=</a:t>
            </a:r>
            <a:r>
              <a:rPr lang="en" sz="900">
                <a:solidFill>
                  <a:srgbClr val="A31515"/>
                </a:solidFill>
                <a:highlight>
                  <a:srgbClr val="FFFFFF"/>
                </a:highlight>
                <a:latin typeface="Courier New"/>
                <a:ea typeface="Courier New"/>
                <a:cs typeface="Courier New"/>
                <a:sym typeface="Courier New"/>
              </a:rPr>
              <a:t>"/mnt/data1/UniBe-swiss-ndvi/input_data/ndvi_historic_v5_chk_40000_365_100kmX100km.zarr"</a:t>
            </a:r>
            <a:r>
              <a:rPr lang="en" sz="900">
                <a:solidFill>
                  <a:srgbClr val="B7B7B7"/>
                </a:solidFill>
                <a:highlight>
                  <a:srgbClr val="FFFFFF"/>
                </a:highlight>
                <a:latin typeface="Courier New"/>
                <a:ea typeface="Courier New"/>
                <a:cs typeface="Courier New"/>
                <a:sym typeface="Courier New"/>
              </a:rPr>
              <a:t> (historic data set with smoothed daily values)</a:t>
            </a:r>
            <a:endParaRPr sz="900">
              <a:solidFill>
                <a:srgbClr val="B7B7B7"/>
              </a:solidFill>
              <a:highlight>
                <a:srgbClr val="FFFFFF"/>
              </a:highlight>
              <a:latin typeface="Courier New"/>
              <a:ea typeface="Courier New"/>
              <a:cs typeface="Courier New"/>
              <a:sym typeface="Courier New"/>
            </a:endParaRPr>
          </a:p>
          <a:p>
            <a:pPr marL="0" lvl="0" indent="0" algn="l" rtl="0">
              <a:lnSpc>
                <a:spcPct val="150000"/>
              </a:lnSpc>
              <a:spcBef>
                <a:spcPts val="1200"/>
              </a:spcBef>
              <a:spcAft>
                <a:spcPts val="0"/>
              </a:spcAft>
              <a:buClr>
                <a:schemeClr val="dk1"/>
              </a:buClr>
              <a:buSzPts val="1100"/>
              <a:buFont typeface="Arial"/>
              <a:buNone/>
            </a:pPr>
            <a:r>
              <a:rPr lang="en" sz="900">
                <a:solidFill>
                  <a:srgbClr val="001080"/>
                </a:solidFill>
                <a:highlight>
                  <a:srgbClr val="FFFFFF"/>
                </a:highlight>
                <a:latin typeface="Courier New"/>
                <a:ea typeface="Courier New"/>
                <a:cs typeface="Courier New"/>
                <a:sym typeface="Courier New"/>
              </a:rPr>
              <a:t>END_DATE</a:t>
            </a:r>
            <a:r>
              <a:rPr lang="en" sz="900">
                <a:solidFill>
                  <a:schemeClr val="dk1"/>
                </a:solidFill>
                <a:highlight>
                  <a:srgbClr val="FFFFFF"/>
                </a:highlight>
                <a:latin typeface="Courier New"/>
                <a:ea typeface="Courier New"/>
                <a:cs typeface="Courier New"/>
                <a:sym typeface="Courier New"/>
              </a:rPr>
              <a:t>=</a:t>
            </a:r>
            <a:r>
              <a:rPr lang="en" sz="900">
                <a:solidFill>
                  <a:srgbClr val="A31515"/>
                </a:solidFill>
                <a:highlight>
                  <a:srgbClr val="FFFFFF"/>
                </a:highlight>
                <a:latin typeface="Courier New"/>
                <a:ea typeface="Courier New"/>
                <a:cs typeface="Courier New"/>
                <a:sym typeface="Courier New"/>
              </a:rPr>
              <a:t>"2025-12-28", </a:t>
            </a:r>
            <a:r>
              <a:rPr lang="en" sz="900">
                <a:solidFill>
                  <a:srgbClr val="001080"/>
                </a:solidFill>
                <a:highlight>
                  <a:srgbClr val="FFFFFF"/>
                </a:highlight>
                <a:latin typeface="Courier New"/>
                <a:ea typeface="Courier New"/>
                <a:cs typeface="Courier New"/>
                <a:sym typeface="Courier New"/>
              </a:rPr>
              <a:t>START_DATE</a:t>
            </a:r>
            <a:r>
              <a:rPr lang="en" sz="900">
                <a:solidFill>
                  <a:schemeClr val="dk1"/>
                </a:solidFill>
                <a:highlight>
                  <a:srgbClr val="FFFFFF"/>
                </a:highlight>
                <a:latin typeface="Courier New"/>
                <a:ea typeface="Courier New"/>
                <a:cs typeface="Courier New"/>
                <a:sym typeface="Courier New"/>
              </a:rPr>
              <a:t>=</a:t>
            </a:r>
            <a:r>
              <a:rPr lang="en" sz="900">
                <a:solidFill>
                  <a:srgbClr val="3B3B3B"/>
                </a:solidFill>
                <a:highlight>
                  <a:srgbClr val="FFFFFF"/>
                </a:highlight>
                <a:latin typeface="Courier New"/>
                <a:ea typeface="Courier New"/>
                <a:cs typeface="Courier New"/>
                <a:sym typeface="Courier New"/>
              </a:rPr>
              <a:t>$(derived from </a:t>
            </a:r>
            <a:r>
              <a:rPr lang="en" sz="900">
                <a:solidFill>
                  <a:srgbClr val="001080"/>
                </a:solidFill>
                <a:highlight>
                  <a:srgbClr val="FFFFFF"/>
                </a:highlight>
                <a:latin typeface="Courier New"/>
                <a:ea typeface="Courier New"/>
                <a:cs typeface="Courier New"/>
                <a:sym typeface="Courier New"/>
              </a:rPr>
              <a:t>HISTO_INPUT</a:t>
            </a:r>
            <a:r>
              <a:rPr lang="en" sz="900">
                <a:solidFill>
                  <a:srgbClr val="3B3B3B"/>
                </a:solidFill>
                <a:highlight>
                  <a:srgbClr val="FFFFFF"/>
                </a:highlight>
                <a:latin typeface="Courier New"/>
                <a:ea typeface="Courier New"/>
                <a:cs typeface="Courier New"/>
                <a:sym typeface="Courier New"/>
              </a:rPr>
              <a:t>)</a:t>
            </a:r>
            <a:endParaRPr sz="900">
              <a:solidFill>
                <a:srgbClr val="A31515"/>
              </a:solidFill>
              <a:highlight>
                <a:srgbClr val="FFFFFF"/>
              </a:highlight>
              <a:latin typeface="Courier New"/>
              <a:ea typeface="Courier New"/>
              <a:cs typeface="Courier New"/>
              <a:sym typeface="Courier New"/>
            </a:endParaRPr>
          </a:p>
        </p:txBody>
      </p:sp>
      <p:sp>
        <p:nvSpPr>
          <p:cNvPr id="263" name="Google Shape;263;p30"/>
          <p:cNvSpPr txBox="1"/>
          <p:nvPr/>
        </p:nvSpPr>
        <p:spPr>
          <a:xfrm>
            <a:off x="35150" y="-530225"/>
            <a:ext cx="40359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solidFill>
                  <a:schemeClr val="dk2"/>
                </a:solidFill>
              </a:rPr>
              <a:t>Fabian</a:t>
            </a:r>
            <a:endParaRPr sz="1800">
              <a:solidFill>
                <a:schemeClr val="dk2"/>
              </a:solidFill>
            </a:endParaRPr>
          </a:p>
        </p:txBody>
      </p:sp>
      <p:sp>
        <p:nvSpPr>
          <p:cNvPr id="264" name="Google Shape;264;p30"/>
          <p:cNvSpPr txBox="1">
            <a:spLocks noGrp="1"/>
          </p:cNvSpPr>
          <p:nvPr>
            <p:ph type="body" idx="1"/>
          </p:nvPr>
        </p:nvSpPr>
        <p:spPr>
          <a:xfrm>
            <a:off x="6099650" y="1023600"/>
            <a:ext cx="1786800" cy="25335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n"/>
              <a:t>Toolchain:</a:t>
            </a:r>
            <a:endParaRPr/>
          </a:p>
        </p:txBody>
      </p:sp>
      <p:pic>
        <p:nvPicPr>
          <p:cNvPr id="265" name="Google Shape;265;p30" title="Python-logo-notext.svg.png"/>
          <p:cNvPicPr preferRelativeResize="0"/>
          <p:nvPr/>
        </p:nvPicPr>
        <p:blipFill>
          <a:blip r:embed="rId3">
            <a:alphaModFix/>
          </a:blip>
          <a:stretch>
            <a:fillRect/>
          </a:stretch>
        </p:blipFill>
        <p:spPr>
          <a:xfrm>
            <a:off x="6215300" y="1490525"/>
            <a:ext cx="536075" cy="536075"/>
          </a:xfrm>
          <a:prstGeom prst="rect">
            <a:avLst/>
          </a:prstGeom>
          <a:noFill/>
          <a:ln>
            <a:noFill/>
          </a:ln>
        </p:spPr>
      </p:pic>
      <p:pic>
        <p:nvPicPr>
          <p:cNvPr id="266" name="Google Shape;266;p30" title="Screenshot 2026-03-23 at 16.37.21.png"/>
          <p:cNvPicPr preferRelativeResize="0"/>
          <p:nvPr/>
        </p:nvPicPr>
        <p:blipFill>
          <a:blip r:embed="rId4">
            <a:alphaModFix/>
          </a:blip>
          <a:stretch>
            <a:fillRect/>
          </a:stretch>
        </p:blipFill>
        <p:spPr>
          <a:xfrm>
            <a:off x="6179188" y="2799950"/>
            <a:ext cx="1793253" cy="649550"/>
          </a:xfrm>
          <a:prstGeom prst="rect">
            <a:avLst/>
          </a:prstGeom>
          <a:noFill/>
          <a:ln>
            <a:noFill/>
          </a:ln>
        </p:spPr>
      </p:pic>
      <p:pic>
        <p:nvPicPr>
          <p:cNvPr id="267" name="Google Shape;267;p30" title="Screenshot 2026-03-23 at 16.37.30.png"/>
          <p:cNvPicPr preferRelativeResize="0"/>
          <p:nvPr/>
        </p:nvPicPr>
        <p:blipFill>
          <a:blip r:embed="rId5">
            <a:alphaModFix/>
          </a:blip>
          <a:stretch>
            <a:fillRect/>
          </a:stretch>
        </p:blipFill>
        <p:spPr>
          <a:xfrm>
            <a:off x="6215303" y="2088501"/>
            <a:ext cx="1721024" cy="649550"/>
          </a:xfrm>
          <a:prstGeom prst="rect">
            <a:avLst/>
          </a:prstGeom>
          <a:noFill/>
          <a:ln>
            <a:noFill/>
          </a:ln>
        </p:spPr>
      </p:pic>
      <p:grpSp>
        <p:nvGrpSpPr>
          <p:cNvPr id="268" name="Google Shape;268;p30"/>
          <p:cNvGrpSpPr/>
          <p:nvPr/>
        </p:nvGrpSpPr>
        <p:grpSpPr>
          <a:xfrm>
            <a:off x="6215297" y="3610086"/>
            <a:ext cx="1912317" cy="572666"/>
            <a:chOff x="2013325" y="3832600"/>
            <a:chExt cx="3131352" cy="937875"/>
          </a:xfrm>
        </p:grpSpPr>
        <p:pic>
          <p:nvPicPr>
            <p:cNvPr id="269" name="Google Shape;269;p30" title="Screenshot 2026-03-23 at 16.40.54.png"/>
            <p:cNvPicPr preferRelativeResize="0"/>
            <p:nvPr/>
          </p:nvPicPr>
          <p:blipFill rotWithShape="1">
            <a:blip r:embed="rId6">
              <a:alphaModFix/>
            </a:blip>
            <a:srcRect r="5580" b="19756"/>
            <a:stretch/>
          </p:blipFill>
          <p:spPr>
            <a:xfrm>
              <a:off x="2013325" y="3914425"/>
              <a:ext cx="3129850" cy="856050"/>
            </a:xfrm>
            <a:prstGeom prst="rect">
              <a:avLst/>
            </a:prstGeom>
            <a:noFill/>
            <a:ln>
              <a:noFill/>
            </a:ln>
          </p:spPr>
        </p:pic>
        <p:pic>
          <p:nvPicPr>
            <p:cNvPr id="270" name="Google Shape;270;p30" title="image.png"/>
            <p:cNvPicPr preferRelativeResize="0"/>
            <p:nvPr/>
          </p:nvPicPr>
          <p:blipFill>
            <a:blip r:embed="rId7">
              <a:alphaModFix/>
            </a:blip>
            <a:stretch>
              <a:fillRect/>
            </a:stretch>
          </p:blipFill>
          <p:spPr>
            <a:xfrm>
              <a:off x="4572000" y="3914424"/>
              <a:ext cx="572677" cy="358476"/>
            </a:xfrm>
            <a:prstGeom prst="rect">
              <a:avLst/>
            </a:prstGeom>
            <a:noFill/>
            <a:ln>
              <a:noFill/>
            </a:ln>
          </p:spPr>
        </p:pic>
        <p:sp>
          <p:nvSpPr>
            <p:cNvPr id="271" name="Google Shape;271;p30"/>
            <p:cNvSpPr txBox="1"/>
            <p:nvPr/>
          </p:nvSpPr>
          <p:spPr>
            <a:xfrm>
              <a:off x="2013325" y="3832600"/>
              <a:ext cx="1254300" cy="461700"/>
            </a:xfrm>
            <a:prstGeom prst="rect">
              <a:avLst/>
            </a:prstGeom>
            <a:noFill/>
            <a:ln>
              <a:noFill/>
            </a:ln>
          </p:spPr>
          <p:txBody>
            <a:bodyPr spcFirstLastPara="1" wrap="square" lIns="55825" tIns="55825" rIns="55825" bIns="55825" anchor="t" anchorCtr="0">
              <a:spAutoFit/>
            </a:bodyPr>
            <a:lstStyle/>
            <a:p>
              <a:pPr marL="0" lvl="0" indent="0" algn="l" rtl="0">
                <a:lnSpc>
                  <a:spcPct val="115000"/>
                </a:lnSpc>
                <a:spcBef>
                  <a:spcPts val="0"/>
                </a:spcBef>
                <a:spcAft>
                  <a:spcPts val="733"/>
                </a:spcAft>
                <a:buNone/>
              </a:pPr>
              <a:r>
                <a:rPr lang="en" sz="1099">
                  <a:solidFill>
                    <a:schemeClr val="dk2"/>
                  </a:solidFill>
                </a:rPr>
                <a:t>STAC API</a:t>
              </a:r>
              <a:endParaRPr sz="1099">
                <a:solidFill>
                  <a:schemeClr val="dk2"/>
                </a:solidFill>
              </a:endParaRPr>
            </a:p>
          </p:txBody>
        </p:sp>
      </p:grpSp>
      <p:pic>
        <p:nvPicPr>
          <p:cNvPr id="272" name="Google Shape;272;p30" title="Screenshot 2026-03-23 at 16.40.54.png"/>
          <p:cNvPicPr preferRelativeResize="0"/>
          <p:nvPr/>
        </p:nvPicPr>
        <p:blipFill rotWithShape="1">
          <a:blip r:embed="rId6">
            <a:alphaModFix/>
          </a:blip>
          <a:srcRect t="23866" r="76865" b="23761"/>
          <a:stretch/>
        </p:blipFill>
        <p:spPr>
          <a:xfrm>
            <a:off x="3965775" y="1685450"/>
            <a:ext cx="468350" cy="341150"/>
          </a:xfrm>
          <a:prstGeom prst="rect">
            <a:avLst/>
          </a:prstGeom>
          <a:noFill/>
          <a:ln>
            <a:noFill/>
          </a:ln>
        </p:spPr>
      </p:pic>
      <p:pic>
        <p:nvPicPr>
          <p:cNvPr id="273" name="Google Shape;273;p30" title="Screenshot 2026-03-23 at 16.37.21.png"/>
          <p:cNvPicPr preferRelativeResize="0"/>
          <p:nvPr/>
        </p:nvPicPr>
        <p:blipFill rotWithShape="1">
          <a:blip r:embed="rId4">
            <a:alphaModFix/>
          </a:blip>
          <a:srcRect r="70106"/>
          <a:stretch/>
        </p:blipFill>
        <p:spPr>
          <a:xfrm>
            <a:off x="3851375" y="2148426"/>
            <a:ext cx="281556" cy="341140"/>
          </a:xfrm>
          <a:prstGeom prst="rect">
            <a:avLst/>
          </a:prstGeom>
          <a:noFill/>
          <a:ln>
            <a:noFill/>
          </a:ln>
        </p:spPr>
      </p:pic>
      <p:pic>
        <p:nvPicPr>
          <p:cNvPr id="274" name="Google Shape;274;p30" title="Screenshot 2026-03-23 at 16.37.30.png"/>
          <p:cNvPicPr preferRelativeResize="0"/>
          <p:nvPr/>
        </p:nvPicPr>
        <p:blipFill rotWithShape="1">
          <a:blip r:embed="rId5">
            <a:alphaModFix/>
          </a:blip>
          <a:srcRect r="59185"/>
          <a:stretch/>
        </p:blipFill>
        <p:spPr>
          <a:xfrm>
            <a:off x="4132929" y="2148424"/>
            <a:ext cx="368921" cy="341140"/>
          </a:xfrm>
          <a:prstGeom prst="rect">
            <a:avLst/>
          </a:prstGeom>
          <a:noFill/>
          <a:ln>
            <a:noFill/>
          </a:ln>
        </p:spPr>
      </p:pic>
      <p:pic>
        <p:nvPicPr>
          <p:cNvPr id="275" name="Google Shape;275;p30" title="Screenshot 2026-03-23 at 16.37.30.png"/>
          <p:cNvPicPr preferRelativeResize="0"/>
          <p:nvPr/>
        </p:nvPicPr>
        <p:blipFill rotWithShape="1">
          <a:blip r:embed="rId5">
            <a:alphaModFix/>
          </a:blip>
          <a:srcRect r="59185"/>
          <a:stretch/>
        </p:blipFill>
        <p:spPr>
          <a:xfrm>
            <a:off x="4132929" y="2562185"/>
            <a:ext cx="368921" cy="341140"/>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1900</TotalTime>
  <Words>794</Words>
  <Application>Microsoft Macintosh PowerPoint</Application>
  <PresentationFormat>On-screen Show (16:9)</PresentationFormat>
  <Paragraphs>330</Paragraphs>
  <Slides>7</Slides>
  <Notes>7</Notes>
  <HiddenSlides>1</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Courier New</vt:lpstr>
      <vt:lpstr>Simple Light</vt:lpstr>
      <vt:lpstr>Method for cleaning and smoothing: - outlier detection - gapfilling</vt:lpstr>
      <vt:lpstr>Method for cleaning and smoothing: makes use of sigmoid model as normal reference</vt:lpstr>
      <vt:lpstr>Method for cleaning and smoothing: two step procedure based on moving window</vt:lpstr>
      <vt:lpstr>Method for cleaning and smoothing: two step procedure based on moving window</vt:lpstr>
      <vt:lpstr>PowerPoint Presentation</vt:lpstr>
      <vt:lpstr>PowerPoint Presentation</vt:lpstr>
      <vt:lpstr>Data pipeline, Implementation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Bernhard, Fabian Alexander (GIUB)</cp:lastModifiedBy>
  <cp:revision>142</cp:revision>
  <dcterms:modified xsi:type="dcterms:W3CDTF">2026-05-21T14:12:58Z</dcterms:modified>
</cp:coreProperties>
</file>